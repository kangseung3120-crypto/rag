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7"/>
          </p14:sldIdLst>
        </p14:section>
        <p14:section name="9-1 Parent-Child와 Context Compression" id="{5EC71001-0000-4000-8000-000000000002}">
          <p14:sldIdLst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9-2 Corrective / Agentic RAG" id="{5EC71002-0000-4000-8000-000000000003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9-3 GraphRAG Local · Global · DRIFT" id="{5EC71003-0000-4000-8000-000000000004}">
          <p14:sldIdLst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9-4 Multimodal RAG와 ColPali" id="{5EC71004-0000-4000-8000-000000000005}">
          <p14:sldIdLst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정리" id="{5EC71005-0000-4000-8000-000000000006}">
          <p14:sldIdLst>
            <p14:sldId id="327"/>
            <p14:sldId id="328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2" Type="http://schemas.openxmlformats.org/officeDocument/2006/relationships/slide" Target="slides/slide99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9-1 → 9-2 → 9-3 → 9-4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오전 결론: q10은 **문서 Recall 1.0인데 증빙 문장이 빠졌어요.** 이런 빈틈 네 종류를 오후에 다뤄요.</a:t>
            </a:r>
          </a:p>
          <a:p>
            <a:r>
              <a:t>9-1 **문맥이 잘림** → Parent / 9-2 **검색이 실패** → 다시 검색 / 9-3 **여러 문서를 연결** → 그래프 / 9-4 **표 · 이미지** → 시각 검색</a:t>
            </a:r>
          </a:p>
          <a:p>
            <a:r>
              <a:t>기본 실행은 모두 **모델 없이** 돌아가요. Ollama · GraphRAG · ColPali는 선택 실습</a:t>
            </a:r>
          </a:p>
          <a:p>
            <a:r>
              <a:t>자료는 그대로 — **새 규정이나 금액을 추가하지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**Child** = 검색용 작은 청크 / **Parent** = 답변에 넘길 넓은 문맥 (이번엔 원문 전체)</a:t>
            </a:r>
          </a:p>
          <a:p>
            <a:r>
              <a:t>Parent를 새로 임베딩하지 않아요 — **document_id로 원문을 조회**해요.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"출장 숙박 비용 한도는?" → travel@0: **1박당 12만원 + 영수증** 까지는 있어요.</a:t>
            </a:r>
          </a:p>
          <a:p>
            <a:r>
              <a:t>그런데 마지막 문장이 **'담당 임원의 서면'에서 끊겨요.**</a:t>
            </a:r>
          </a:p>
          <a:p>
            <a:r>
              <a:t>질문이 **"13만원짜리 숙박도 정산할 수 있나요?"** 로 바뀌면 뒤쪽 **예약 전 승인 조건**까지 읽어야 해요.</a:t>
            </a:r>
          </a:p>
          <a:p>
            <a:r>
              <a:t>작게 잘라야 잘 찾고, 넓게 읽어야 조건을 안 놓쳐요 → 둘을 **분리**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청크 **3개** → Parent **2개** (같은 문서의 Child가 두 번 나왔어요)</a:t>
            </a:r>
          </a:p>
          <a:p>
            <a:r>
              <a:t>확장한 본문은 **travel:parent:v2** 같은 **별도 ID**, 실제 검색된 Child는 **retrieved_child_ids**에 남겨요.</a:t>
            </a:r>
          </a:p>
          <a:p>
            <a:r>
              <a:t>원래 Child ID로만 표시하면 **인용 범위가 혼동**돼요.</a:t>
            </a:r>
          </a:p>
          <a:p>
            <a:r>
              <a:t>LangChain **ParentDocumentRetriever**도 같은 구조 — 오늘은 직접 구현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정규식 `[^.]+\.`로 문장을 나누고 **한도 · 초과 · 승인 · 영수증**이 든 문장만 → **네 문장**</a:t>
            </a:r>
          </a:p>
          <a:p>
            <a:r>
              <a:t>이건 **단어 기반 추출** — LLM 압축기나 일반 한국어 문장 분석기가 아니에요.</a:t>
            </a:r>
          </a:p>
          <a:p>
            <a:r>
              <a:t>추출은 원문 표현 유지, 생성 요약은 더 짧지만 **조건이 바뀔 수 있어요.**</a:t>
            </a:r>
          </a:p>
          <a:p>
            <a:r>
              <a:t>위치는 **시작 포함 · 끝 제외**, 인용 땐 저장한 start / end로 원문을 다시 읽어요.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앞에서부터 문장 단위로 넣어요 → **70자: 2문장 54자**, **140자: 4문장 124자**</a:t>
            </a:r>
          </a:p>
          <a:p>
            <a:r>
              <a:t>70자 Context만 읽으면 **"12만원 초과는 모두 불가"** 로 잘못 답할 수 있어요.</a:t>
            </a:r>
          </a:p>
          <a:p>
            <a:r>
              <a:t>짧게 만드는 게 목표가 아니라 **답을 바꾸는 조건**(금액 · 부정 · 기간 · 승인 전후)이 남았는지가 기준</a:t>
            </a:r>
          </a:p>
          <a:p>
            <a:r>
              <a:t>교안 gemma3 기록: 짧은 입력 → **"정산할 수 없습니다"** 단정 / Parent 전체 → **예약 전 서면 승인 필요**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선택한 문장 중 승인 조건이 있는 문장과 원문 위치를 확인해요.</a:t>
            </a:r>
          </a:p>
          <a:p>
            <a:r>
              <a:t>chosen = [(start, end, text) for start, end, text in selected</a:t>
            </a:r>
          </a:p>
          <a:p>
            <a:r>
              <a:t>          if "승인" in text]</a:t>
            </a:r>
          </a:p>
          <a:p>
            <a:r>
              <a:t>for row in chosen:</a:t>
            </a:r>
          </a:p>
          <a:p>
            <a:r>
              <a:t>    print(row)</a:t>
            </a:r>
          </a:p>
          <a:p/>
          <a:p>
            <a:r>
              <a:t>생각해 보기: 한도를 설명하려고 첫 문장(0~28)도 함께 넣는다면 문자 예산이 얼마 이상이어야 하는지 계산해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"승인" in text</a:t>
            </a:r>
          </a:p>
          <a:p/>
          <a:p>
            <a:r>
              <a:t>정답 파일: ch09\rag_ch09_01\q_solution.py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번 검색하고 끝내지 않고, **결과를 보고 다음 동작**을 정해요.</a:t>
            </a:r>
          </a:p>
          <a:p>
            <a:r>
              <a:t>반복 구조만 만든다고 해결되지 않아요 — **언제 다시 찾고 언제 멈추는지**가 핵심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**기본 RAG** = 정해진 검색 → 생성 (6장)</a:t>
            </a:r>
          </a:p>
          <a:p>
            <a:r>
              <a:t>**Agentic RAG** = 다음 질의 · 도구 · 종료를 선택 → 오늘은 **최대 두 번, 사내 자료만**</a:t>
            </a:r>
          </a:p>
          <a:p>
            <a:r>
              <a:t>**CRAG** 논문 = 검색 품질을 평가하고 필요하면 **외부 검색**으로 보완 — 오늘은 같은 자료만 다시 검색</a:t>
            </a:r>
          </a:p>
          <a:p>
            <a:r>
              <a:t>**Self-RAG** = **비평 토큰을 학습한 모델** — 일반 LLM에 '검토해'라고 시키는 것과 달라요.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1차 q10 원질문 → **빈 목록** (7-1과 같아요)</a:t>
            </a:r>
          </a:p>
          <a:p>
            <a:r>
              <a:t>2차 "교육비 지원 수강 완료 후 제출합니다" (수업용 변형, 모델 출력 아님) → **education@60, education@0, retention@120**</a:t>
            </a:r>
          </a:p>
          <a:p>
            <a:r>
              <a:t>education@60에 **수료증과 영수증**이 있어요.</a:t>
            </a:r>
          </a:p>
          <a:p>
            <a:r>
              <a:t>retention도 들어왔으니 **결과가 있다고 전부 쓰지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**seen** = 같은 질의 반복 방지, **max_searches** = 시도 횟수 제한</a:t>
            </a:r>
          </a:p>
          <a:p>
            <a:r>
              <a:t>**candidates_ready** = 검토할 후보가 생겼다 — **정답 확정이 아니에요.**</a:t>
            </a:r>
          </a:p>
          <a:p>
            <a:r>
              <a:t>제목에 '교육비'가 있는지 = **주제 확인**일 뿐, 필요한 사실을 다 갖췄는지가 아니에요.</a:t>
            </a:r>
          </a:p>
          <a:p>
            <a:r>
              <a:t>성공 경로뿐 아니라 **반복 · 제한 경로도 실제로 실행**해 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agent.py: 모델이 **action(answer / rewrite / abstain) · reason · next_query · evidence_quotes** JSON을 반환</a:t>
            </a:r>
          </a:p>
          <a:p>
            <a:r>
              <a:t>answer여도 **인용이 실제 Context에 없으면 차단** — 문자열 포함 검사는 **최소한의 확인**</a:t>
            </a:r>
          </a:p>
          <a:p>
            <a:r>
              <a:t>교안 gemma3 기록: 빈 검색 결과인데 **action = answer, 인용 []** → 인용 검사에서 **중단**</a:t>
            </a:r>
          </a:p>
          <a:p>
            <a:r>
              <a:t>모든 모델이 같은 실패를 한다는 뜻은 아니에요 — **별도 검사와 종료 기록**이 필요한 사례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같은 질의를 반복한 경우와 표현을 바꾼 경우를 동일한 검색 한도에서 비교해요.</a:t>
            </a:r>
          </a:p>
          <a:p>
            <a:r>
              <a:t>same = [question, question]</a:t>
            </a:r>
          </a:p>
          <a:p>
            <a:r>
              <a:t>changed = [question, "교육비 지원 수강 완료 후 제출합니다"]</a:t>
            </a:r>
          </a:p>
          <a:p>
            <a:r>
              <a:t>results = {}</a:t>
            </a:r>
          </a:p>
          <a:p>
            <a:r>
              <a:t>for name, items in [("same", same), ("changed", changed)]:</a:t>
            </a:r>
          </a:p>
          <a:p>
            <a:r>
              <a:t>    rows, trace, status = search_loop(items, "교육비", max_searches=2)</a:t>
            </a:r>
          </a:p>
          <a:p>
            <a:r>
              <a:t>    results[name] = (status, len(trace), [c["start"] for c in rows])</a:t>
            </a:r>
          </a:p>
          <a:p>
            <a:r>
              <a:t>    print(name, results[name])</a:t>
            </a:r>
          </a:p>
          <a:p/>
          <a:p>
            <a:r>
              <a:t>생각해 보기: max_searches=1로 바꾸면 changed의 상태가 어떻게 되는지 먼저 예상하고, 실행해서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2</a:t>
            </a:r>
          </a:p>
          <a:p/>
          <a:p>
            <a:r>
              <a:t>정답 파일: ch09\rag_ch09_02\q_solution.py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9-3 GraphRAG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실행의 관계는 **사람이 원문을 읽고 만든 주석** — 자동 추출이 아니에요.</a:t>
            </a:r>
          </a:p>
          <a:p>
            <a:r>
              <a:t>Microsoft GraphRAG 전체 색인 · 질의는 **API가 필요한 선택 실습**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 · meal · travel의 증빙을 모으고, **각각의 승인 조건**을 따로 읽어야 해요.</a:t>
            </a:r>
          </a:p>
          <a:p>
            <a:r>
              <a:t>travel의 담당 임원 승인은 모든 숙박이 아니라 **한도 초과 숙박 예약 전 서면 승인**</a:t>
            </a:r>
          </a:p>
          <a:p>
            <a:r>
              <a:t>그래프: 항목 = **노드**, 관계 = **간선** — 간선에 **조건과 원문 출처**를 같이 저장해요.</a:t>
            </a:r>
          </a:p>
          <a:p>
            <a:r>
              <a:t>영수증과 수료증은 **다른 노드**, 팀장은 education과 leave가 **공유하는 노드**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간선 방향 = 규정 → 제출물 · 승인자 → 영수증으로 **들어오는** 노드 = **predecessors**</a:t>
            </a:r>
          </a:p>
          <a:p>
            <a:r>
              <a:t>영수증 제출 규정: **education, meal, travel**</a:t>
            </a:r>
          </a:p>
          <a:p>
            <a:r>
              <a:t>education → **팀장 (수강 전)**, travel → **담당 임원 (한도 초과 숙박 예약 전 서면 승인)**, meal → **승인자 규정 없음**</a:t>
            </a:r>
          </a:p>
          <a:p>
            <a:r>
              <a:t>'승인자 규정 없음' = 이 문서와 그래프에 **명시 안 됨** — **승인 불필요로 확대 금지**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GraphRAG는 문서에서 **개체 · 관계를 자동 추출**하고, 밀접한 묶음(**커뮤니티**)마다 **요약 보고서**를 만들어요.</a:t>
            </a:r>
          </a:p>
          <a:p>
            <a:r>
              <a:t>**Local** = 질문 관련 개체 주변 관계 + 원문 / **Global** = 여러 커뮤니티 보고서 종합 / **DRIFT** = 보고서에서 시작 → 후속 질문 → Local로 상세화</a:t>
            </a:r>
          </a:p>
          <a:p>
            <a:r>
              <a:t>Local은 '모든 이웃 조회', DRIFT는 '단순 BFS'가 **아니에요.**</a:t>
            </a:r>
          </a:p>
          <a:p>
            <a:r>
              <a:t>문서 10개라 원문 검색으로도 개요가 보여요 — 오늘은 방법을 익히는 것, **기본 검색보다 낫다는 비교가 아니에요.**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**임베딩 = 로컬 E5**, 관계 추출 · 보고서 · 답변 생성 = **LLM API**</a:t>
            </a:r>
          </a:p>
          <a:p>
            <a:r>
              <a:t>check_setup.py(API 없음): **문서 [10, 384], 질문 [384], generation_requests 0, 색인 false** — 오늘 PC에서 확인</a:t>
            </a:r>
          </a:p>
          <a:p>
            <a:r>
              <a:t>색인 · 질의는 **유료 호출**, DRIFT는 호출량이 더 커요. 키는 **.env에만**</a:t>
            </a:r>
          </a:p>
          <a:p>
            <a:r>
              <a:t>검수 기록: 엔티티 **69** · 관계 **62** · 보고서 **17** — 실행마다 달라져요. 답변의 금액 · 승인 조건은 **원문과 대조**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팀장으로 들어오는 규정 간선을 따라 승인 시점과 원문 ID를 확인해요.</a:t>
            </a:r>
          </a:p>
          <a:p>
            <a:r>
              <a:t>policies = sorted(graph.predecessors("팀장"))</a:t>
            </a:r>
          </a:p>
          <a:p>
            <a:r>
              <a:t>for did in policies:</a:t>
            </a:r>
          </a:p>
          <a:p>
            <a:r>
              <a:t>    edge = graph[did]["팀장"]</a:t>
            </a:r>
          </a:p>
          <a:p>
            <a:r>
              <a:t>    print(did, edge["condition"], edge["source_document_id"])</a:t>
            </a:r>
          </a:p>
          <a:p/>
          <a:p>
            <a:r>
              <a:t>생각해 보기: 관계 목록에 ("meal", "팀장", "승인자", ...)를 원문 근거 없이 추가하면 어떤 오답이 생길지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predecessors</a:t>
            </a:r>
          </a:p>
          <a:p/>
          <a:p>
            <a:r>
              <a:t>정답 파일: ch09\rag_ch09_03\q_solution.py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· 이미지 규정은 **표의 행 · 열 · 각주**까지 읽어야 해요.</a:t>
            </a:r>
          </a:p>
          <a:p>
            <a:r>
              <a:t>새 금액이나 규정을 추가하지 않아요 — travel · education 원문 그대로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**12만원 · 국내 출장 1박당 · 숙박 영수증** / education **30만원 · 분기 1회 1인당 · 수료증과 영수증**</a:t>
            </a:r>
          </a:p>
          <a:p>
            <a:r>
              <a:t>숫자 목록만 뽑으면 **어떤 규정의 값인지** 몰라요 → 원문 ID · 단위 · 출처를 같이 저장</a:t>
            </a:r>
          </a:p>
          <a:p>
            <a:r>
              <a:t>정규식은 **각 문서의 첫 '숫자+만원'만** 읽는 예제 — 일반 표 파서가 아니에요.</a:t>
            </a:r>
          </a:p>
          <a:p>
            <a:r>
              <a:t>실제 표라면 **행 제목 · 열 제목 · 통화 단위 · 페이지 위치 · 병합 셀 · 각주**까지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2박 기본 한도 = 120000 × 2 = **240000**</a:t>
            </a:r>
          </a:p>
          <a:p>
            <a:r>
              <a:t>이건 **산술 결과**일 뿐 — 영수증 제출과 **한도 초과 시 사전 서면 승인**까지 판정한 값이 아니에요.</a:t>
            </a:r>
          </a:p>
          <a:p>
            <a:r>
              <a:t>교육비 30만원을 더해 **54만원**? 서로 다른 행의 예산이라 **더할 근거가 없어요.**</a:t>
            </a:r>
          </a:p>
          <a:p>
            <a:r>
              <a:t>계산 전에 **적용 대상**부터 정해요.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ColPali 계열은 페이지를 이미지로 읽고 **여러 벡터**로 표현 — 문서 하나를 벡터 하나로 평균내는 E5와 달라요.</a:t>
            </a:r>
          </a:p>
          <a:p>
            <a:r>
              <a:t>**질문 벡터마다** 가장 내적이 큰 페이지 벡터를 골라 **합해요.**</a:t>
            </a:r>
          </a:p>
          <a:p>
            <a:r>
              <a:t>A: 1 + 1 = **2.0**, B: 0.7071 + 0.7071 = **1.4142**</a:t>
            </a:r>
          </a:p>
          <a:p>
            <a:r>
              <a:t>**2차원 수치 모형** — 실제 ColPali 출력이 아니고, 2.0은 확률이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main.py가 travel · education 본문을 **PNG 두 장**으로 그려요 (Windows 맑은 고딕).</a:t>
            </a:r>
          </a:p>
          <a:p>
            <a:r>
              <a:t>**OCR 결과나 외부 문서 스크린샷이 아니라** 같은 본문으로 만든 모델 입력이에요.</a:t>
            </a:r>
          </a:p>
          <a:p>
            <a:r>
              <a:t>12만원 · 1박당 · 숙박 영수증 · 한도 초과 승인 문장이 **잘리지 않았는지** 직접 확인</a:t>
            </a:r>
          </a:p>
          <a:p>
            <a:r>
              <a:t>ColPali(vidore/colpali-v1.3)는 **검색 모델** — 고른 페이지를 읽는 **답변 생성은 별도**. 교안도 모델 추론은 **미검증**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계산에 사용한 금액과 원문 ID, URL을 함께 출력해 숫자의 출처를 확인해요.</a:t>
            </a:r>
          </a:p>
          <a:p>
            <a:r>
              <a:t>chosen = next(r for r in rows if r["document_id"] == "travel")</a:t>
            </a:r>
          </a:p>
          <a:p>
            <a:r>
              <a:t>answer_value = chosen["limit_won"]</a:t>
            </a:r>
          </a:p>
          <a:p>
            <a:r>
              <a:t>print(answer_value, chosen["document_id"], chosen["source_url"])</a:t>
            </a:r>
          </a:p>
          <a:p/>
          <a:p>
            <a:r>
              <a:t>생각해 보기: visual_pages/travel.png를 열어 12만원, 1박당, 숙박 영수증, 한도 초과 승인 문장이 잘리지 않고 보이는지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r["document_id"] == "travel"</a:t>
            </a:r>
          </a:p>
          <a:p/>
          <a:p>
            <a:r>
              <a:t>정답 파일: ch09\rag_ch09_04\q_solution.py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**조건이 끊김** → Parent · 인접 구간 / **표현 때문에 못 찾음** → 토큰 처리 · 질의 변형 · 검색 방식</a:t>
            </a:r>
          </a:p>
          <a:p>
            <a:r>
              <a:t>**여러 규정의 관계** → 그래프 / **표 배치 · 이미지** → 구조 추출 · 시각 검색</a:t>
            </a:r>
          </a:p>
          <a:p>
            <a:r>
              <a:t>어느 확장이든 **같은 평가 질문(8장)** 으로 전후를 비교해요.</a:t>
            </a:r>
          </a:p>
          <a:p>
            <a:r>
              <a:t>확장마다 새로 생기는 위험: Context 길이, 반복 호출 비용, 자동 추출 오류, 모델 메모리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수집 · 정리 → **출처 남긴 청크 · 임베딩** → 검색 → **Context** → 답변 → **평가 기록**</a:t>
            </a:r>
          </a:p>
          <a:p>
            <a:r>
              <a:t>실습을 설명할 땐 **질문 하나**를 골라 단계마다 **실제 데이터**를 보여 주세요.</a:t>
            </a:r>
          </a:p>
          <a:p>
            <a:r>
              <a:t>그러면 잘못된 답이 **어느 단계에서 생겼는지** 찾을 수 있어요.</a:t>
            </a:r>
          </a:p>
          <a:p>
            <a:r>
              <a:t>예: q10 — 토큰 불일치(7-1) → 재작성(7-4) → Recall 1.0인데 증빙 누락(8-4) → Parent 확장(9-1)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수업 후에 직접 해 볼 것: ch09/rag_ch09_01에서 uv run compare_contexts.py / 질문 하나를 골라 원문 → 평가까지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5일차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5일차 오후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빠진 문맥, 실패한 검색,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흩어진 관계, 그림 속 숫자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9-1  Parent-Child와 Context Compression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작게 찾고 넓게 읽기, 줄여도 조건은 남기기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9-2  Corrective / Agentic RAG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다시 검색하고, 언제 멈출지 정하기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9-3  GraphRAG Local · Global · DRIFT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규정 사이의 관계를 그래프로 따라가기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9-4  Multimodal RAG와 ColPali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표 · 페이지 이미지를 검색 근거로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흐름: 8장에서 찾은 빈틈을 하나씩 메우기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Parent-Child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잘린 조건 복구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9-1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50008" y="1965960"/>
            <a:ext cx="210312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88336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Agentic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재검색과 종료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9-2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71416" y="1965960"/>
            <a:ext cx="210311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00016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GraphRAG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관계 따라가기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9-3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3" y="1965960"/>
            <a:ext cx="210313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3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31151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Multimodal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표 · 페이지 이미지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3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9-4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743200"/>
          <a:ext cx="822960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31520"/>
                <a:gridCol w="384048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강의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기본 실행 (모델 없음)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선택 실습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9-1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Parent 확장 · 문장 추출 · 예산 비교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Ollama --generate, compare_contexts.py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9-2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BM25 재검색 루프 · 세 종료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Ollama agent.py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9-3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NetworkX 그래프 탐색 · GraphRAG 입력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Microsoft GraphRAG 색인 · 질의 (API)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9-4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금액 추출 · MaxSim 모형 · PNG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ColPali 페이지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9-1</a:t>
            </a:r>
            <a:r>
              <a:rPr b="1">
                <a:solidFill>
                  <a:srgbClr val="858793"/>
                </a:solidFill>
              </a:rPr>
              <a:t>  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Parent-Child와 Context Compression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80자 Child에서 끊긴 승인 조건 → 같은 현행 원문(148자)을 Parent로 → 같은 Parent는 한 번만 → 문장 추출 → 예산 70 · 140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80자 청크는 "담당 임원의 서면"에서 끊겨요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Child travel@0  (0 ~ 80)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한도 초과 숙박은 예약 전에 </a:t>
            </a:r>
            <a:r>
              <a:rPr sz="1150" b="1">
                <a:solidFill>
                  <a:srgbClr val="FB062F"/>
                </a:solidFill>
              </a:rPr>
              <a:t>담당 임원의 서면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28600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2286000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Parent travel  (0 ~ 148, 원문 전체)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41617"/>
                </a:solidFill>
              </a:rPr>
              <a:t>… 한도 초과 숙박은 예약 전에 담당 임원의 </a:t>
            </a:r>
            <a:r>
              <a:rPr sz="1150" b="1">
                <a:solidFill>
                  <a:srgbClr val="141617"/>
                </a:solidFill>
              </a:rPr>
              <a:t>서면 승인을 받아야 합니다. 승인 없이 초과 지출한 금액은 자동 정산되지 않습니다.</a:t>
            </a:r>
            <a:r>
              <a:rPr sz="1150" b="0">
                <a:solidFill>
                  <a:srgbClr val="141617"/>
                </a:solidFill>
              </a:rPr>
              <a:t> 이 규정은 교통비와 식비를 정하지 않습니다.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813048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검색은 작은 Child로 위치를 찾고, 답변에는 그 Child가 속한 Parent를 넘겨요.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Child → Parent 연결: 같은 Parent는 한 번만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expanded, seen = [], set()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c in hits: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did = c["document_id"]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did in seen: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continue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 = parents[did]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expanded.append({**c,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"chunk_id": f"{did}:parent:{p['metadata']['version']}",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"text": p["content"], "start": 0, "end": len(p["content"]),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"retrieved_child_ids": [h["chunk_id"] for h in hits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          if h["document_id"] == did]})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seen.add(did)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12064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593592"/>
            <a:ext cx="48463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child 0 80 80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parent 148 …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검색청크 3 부모본문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05156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60720" y="1051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141617"/>
                </a:solidFill>
              </a:rPr>
              <a:t>80자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858793"/>
                </a:solidFill>
              </a:rPr>
              <a:t>Child (검색)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21031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60720" y="21031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FB062F"/>
                </a:solidFill>
              </a:rPr>
              <a:t>148자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858793"/>
                </a:solidFill>
              </a:rPr>
              <a:t>Parent (답변용)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154679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760720" y="315467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141617"/>
                </a:solidFill>
              </a:rPr>
              <a:t>3 → 2</a:t>
            </a:r>
          </a:p>
          <a:p>
            <a:pPr algn="ctr">
              <a:spcAft>
                <a:spcPts val="100"/>
              </a:spcAft>
            </a:pPr>
            <a:r>
              <a:rPr sz="1000" b="1">
                <a:solidFill>
                  <a:srgbClr val="858793"/>
                </a:solidFill>
              </a:rPr>
              <a:t>청크 → Parent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Context 압축: 필요한 문장만 골라 남기기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188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spans = [(m.start(), m.end(), m.group().strip())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for m in re.finditer(r"[^.]+\.", parent["content"])]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terms = ["한도", "초과", "승인", "영수증"]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selected = [s for s in spans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if any(t in s[2] for t in terms)]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846320" y="1051560"/>
          <a:ext cx="384048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28346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위치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남은 정보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 ~ 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1박당 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28 ~ 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숙박 영수증 첨부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53 ~ 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초과는 예약 전 담당 임원 서면 승인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92 ~ 123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승인 없는 초과는 자동 정산 안 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800600" y="2286000"/>
            <a:ext cx="3931920" cy="82296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57200" y="2423160"/>
            <a:ext cx="420624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2532888"/>
            <a:ext cx="384047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마지막 문장(교통비와 식비를 정하지 않음)은 네 단어가 없어서 빠져요.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Parent를 계속 늘리면 Context도 길어져요 → 질문에 필요한 문장만 남기는 게 압축이에요.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예산 70자 vs 140자: 승인 조건이 빠지면 답이 바뀌어요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972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1097280"/>
            <a:ext cx="736092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63040" y="109728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54자 · </a:t>
            </a:r>
            <a:r>
              <a:rPr sz="1150" b="1">
                <a:solidFill>
                  <a:srgbClr val="141617"/>
                </a:solidFill>
              </a:rPr>
              <a:t>1박당 12만원 · 숙박 영수증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</a:rPr>
              <a:t>초과 승인 조건 누락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0574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2057400"/>
            <a:ext cx="7360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463040" y="205740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124자 · </a:t>
            </a:r>
            <a:r>
              <a:rPr sz="1150" b="1">
                <a:solidFill>
                  <a:srgbClr val="141617"/>
                </a:solidFill>
              </a:rPr>
              <a:t>+ 예약 전 서면 승인 · 승인 없는 초과 불가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F8A70"/>
                </a:solidFill>
              </a:rPr>
              <a:t>13만원 질문에 필요한 조건 포함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108960"/>
          <a:ext cx="8229600" cy="1207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6035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gemma3 응답 (1회 기록)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13만원짜리 숙박도 정산할 수 있나요?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짧은 추출문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아니요, 1박당 12만원 한도를 초과하는 숙박은 정산할 수 없습니다. (S1)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Parent 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… 13만원짜리 숙박은 한도를 초과하므로 예약 전에 담당 임원의 서면 승인이 필요합니다.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두 응답 모두 출처는 S1 — 같은 ID라도 가리키는 본문 범위가 달라요.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9-1. 승인 조건 문장만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selected에서 승인 조건이 들어 있는 문장만 chosen에 담으세요. (start, end, text) 형태를 유지해요.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chosen을 한 줄씩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(53, 92) 한도 초과 숙박은 예약 전에 담당 임원의 서면 승인…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(92, 123) 승인 없이 초과 지출한 금액은 자동 정산되지 않습니다.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70자 예산이면 두 문장 모두 빠져요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9-1 Parent-Child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9-1. 승인 조건 문장만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chosen = [(start, end, text) for start, end, text in selected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if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row in chosen: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print(row)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(53, 92) 한도 초과 숙박은 예약 전에 담당 임원의 서면 승인…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(92, 123) 승인 없이 초과 지출한 금액은 자동 정산되지 않습니다.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70자 예산이면 두 문장 모두 빠져요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9-2</a:t>
            </a:r>
            <a:r>
              <a:rPr b="1">
                <a:solidFill>
                  <a:srgbClr val="858793"/>
                </a:solidFill>
              </a:rPr>
              <a:t>  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Corrective / Agentic RAG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q10 첫 검색 실패 → 다른 표현으로 재검색 → 제목 검사로 후보 확인 → 반복 · 횟수 제한 종료 → (선택) 모델이 다음 동작 선택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비슷한 이름, 다른 범위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접근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추가하는 판단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 수업의 범위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기본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정해진 검색 후 생성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6장의 한 번 검색 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Agentic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다음 질의 · 도구 · 종료 선택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최대 두 번의 사내 자료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CRAG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 결과 품질 평가 후 보정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근거 검토 후 재검색하는 발상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Self-RAG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 필요성 · 생성 내용을 모델이 비평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학습된 비평 토큰 — 연구 구조 소개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96596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참고 논문: CRAG (arXiv 2401.15884), Self-RAG (arXiv 2310.11511)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두 번 검색: 빈 결과 → education 두 청크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9728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1차 · 원질문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109728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65960" y="109728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교육비 정산 증빙은 무엇인가요?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83480" y="1435607"/>
            <a:ext cx="27432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49240" y="1097280"/>
            <a:ext cx="3291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[]  빈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2차 · 다른 표현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201168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965960" y="201168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교육비 지원 수강 완료 후 제출합니다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83480" y="2350008"/>
            <a:ext cx="27432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349240" y="2121408"/>
            <a:ext cx="1069848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49240" y="2121408"/>
            <a:ext cx="1069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education@60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64807" y="2121408"/>
            <a:ext cx="1069848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64807" y="2121408"/>
            <a:ext cx="1069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education@0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0375" y="2121408"/>
            <a:ext cx="10698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80375" y="2121408"/>
            <a:ext cx="10698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retention@120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01752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4360" y="3090672"/>
            <a:ext cx="795527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장에게 제출해 승인을 받아야 합니다. 수강 완료 후 수료증과 영수증을 제출합니다. 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7-4는 여러 표현을 한꺼번에 검색했고, 9-2는 결과를 보고 다음 검색을 할지 정해요.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search_loop: 세 가지 종료 이유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search_loop(queries, topic, max_searches=2):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trace, seen = [], set()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query in queries[:max_searches]: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query in seen: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return [], trace, "repeated_query"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seen.add(query)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candidates = bm25(query, current, k=3)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on_topic = [c for c in candidates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if topic in c["metadata"]["title"]]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trace.append({...})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on_topic: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return on_topic, trace, "candidates_ready"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[], trace, "search_limit"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097280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0" y="109728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candidates_ready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[원질문, 변형] · 2번째에서 후보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874519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15000" y="1874519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repeated_query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[원질문, 원질문] · 같은 질의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651760"/>
            <a:ext cx="31089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15000" y="265176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search_limit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max_searches=1 · 변형까지 못 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education@0은 제목 검사를 통과하지만 증빙 문장이 없어요 → 잘못된 통과 조건의 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선택: 모델이 다음 동작을 고르면 검사가 더 필요해요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02336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25603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사용 방법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 / rewrite / abstain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reason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판단 이유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next_query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rewrite일 때 새 검색 문장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evidence_quotes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answer일 때 원문 인용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00600" y="114300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if action == "answer":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valid = bool(quotes) and all(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isinstance(q, str) and q in context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for q in quotes)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valid: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print("인용을 Context에서 확인할 수 없습니다.")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743200"/>
            <a:ext cx="4023360" cy="5943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00600" y="2816352"/>
            <a:ext cx="37490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중단: 인용을 Context에서 확인할 수 없음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자료에서 답을 확인하지 못했습니다.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9184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401568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gemma3 기록(1회): 첫 검색이 빈 목록인데 answer를 골랐고, 인용 검사가 막았어요.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46320" y="358444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uv run agent.py (Ollama + OLLAMA_MODEL 필요)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9-2. 중복 질의 vs 다른 표현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same = [question, question]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changed = [question, "교육비 지원 수강 완료 후 제출합니다"]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두 목록을 search_loop(items, "교육비", max_searches=2)로 실행하세요.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results["same"], results["changed"]에 (status, len(trace), 청크 start 목록)을 담고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same → repeated_query · 검색 1번 ·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changed → candidates_ready · 검색 2번 · [60, 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candidates_ready는 '검토할 후보가 생김'이지 정답 확정이 아니에요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9-2 Agentic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9-2. 중복 질의 vs 다른 표현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same = [question, question]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changed = [question, "교육비 지원 수강 완료 후 제출합니다"]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name, items in [("same", same), ("changed", changed)]: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rows, trace, status = search_loop(items, "교육비", max_searches=____)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results[name] = (status, len(trace), [c["start"] for c in rows])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print(name, results[name])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same → repeated_query · 검색 1번 ·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changed → candidates_ready · 검색 2번 · [60, 0]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candidates_ready는 '검토할 후보가 생김'이지 정답 확정이 아니에요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9-3 GraphRAG Local · Global · DRIFT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9-3</a:t>
            </a:r>
            <a:r>
              <a:rPr b="1">
                <a:solidFill>
                  <a:srgbClr val="858793"/>
                </a:solidFill>
              </a:rPr>
              <a:t>  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GraphRAG Local · Global · DRIFT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원문에서 확인한 관계 8개 → NetworkX 그래프(노드 10 · 간선 8) → 영수증 → 규정 → 승인자 → 조건과 출처 확인 → Microsoft GraphRAG 소개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"영수증을 내는 규정과 각 규정의 승인자는?"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120640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280160"/>
                <a:gridCol w="73152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규정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관계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제출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숙박 정산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영수증 · 수료증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제출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수강 완료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제출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출장 식비 정산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담당 임원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한도 초과 숙박 예약 전 서면 승인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팀장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수강 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leave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팀장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휴가 시작 3영업일 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vpn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관리자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승인자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VPN 계정 발급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760720" y="1051560"/>
            <a:ext cx="2926080" cy="1691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7880" y="1143000"/>
            <a:ext cx="2651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graph = nx.DiGraph()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did, ent, rel, cond in relations: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graph.add_edge(did, ent,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relation=rel, condition=cond,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source_document_id=did,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source_url=…)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2880360"/>
            <a:ext cx="292608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97880" y="295351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10 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474720"/>
            <a:ext cx="29260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0" y="3584448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관계 8개 → 노드 10 · 간선 8 (왼쪽 표는 education의 영수증 · 수료증을 한 줄로 묶었어요)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영수증 ← 규정 → 승인자: 간선을 따라가기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3657600" y="2194560"/>
            <a:ext cx="1371600" cy="50292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57600" y="21945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영수증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10972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education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1344168"/>
            <a:ext cx="1188720" cy="109728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1463040"/>
            <a:ext cx="3108960" cy="0"/>
          </a:xfrm>
          <a:prstGeom prst="line">
            <a:avLst/>
          </a:prstGeom>
          <a:ln w="19050">
            <a:solidFill>
              <a:srgbClr val="FB062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532120" y="118872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32120" y="11887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팀장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1887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수강 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2194560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21945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23160" y="2441448"/>
            <a:ext cx="11887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532120" y="22860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승인자 규정 없음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3291839"/>
            <a:ext cx="146304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4400" y="3291839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423160" y="2441448"/>
            <a:ext cx="1188720" cy="1097279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77440" y="3657599"/>
            <a:ext cx="3108960" cy="0"/>
          </a:xfrm>
          <a:prstGeom prst="line">
            <a:avLst/>
          </a:prstGeom>
          <a:ln w="19050">
            <a:solidFill>
              <a:srgbClr val="FB062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532120" y="3383279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532120" y="3383279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담당 임원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38327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한도 초과 숙박 예약 전 서면 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914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제출 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914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B062F"/>
                </a:solidFill>
              </a:rPr>
              <a:t>승인자 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94360" y="4005072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영수증 제출 규정 ['education', 'meal', 'travel']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[('담당 임원', '한도 초과 숙박 예약 전 서면 승인')] https://example.invalid/rag40/travel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Microsoft GraphRAG: Local · Global · DRIFT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365760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방식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시작점과 사용하는 자료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Local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질문과 관련된 개체, 주변 관계와 원문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교육비 신청과 증빙에는 어떤 절차가 연결되나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Global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여러 커뮤니티 보고서를 종합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전체 규정에서 반복되는 비용 정산 원칙은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DRIFT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관련 보고서로 시작 → 후속 질문 → Local 탐색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전체 흐름을 본 뒤 구체 절차를 더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31012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기본 실행이 한 것: 수동 관계 8개로 NetworkX 탐색 + GraphRAG 입력 파일(현행 문서 10개) 생성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기본 실행이 안 한 것: GraphRAG 자동 색인 · LLM 질의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선택 실습: 로컬 E5로 준비 확인 → API로 색인 · 질의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--with graphrag==3.2.0 check_setup.py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configure_api.py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--env-file .env --with graphrag==3.2.0 \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graph_local.py index --root graphrag_demo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75488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44805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"document_shape": [10, 384]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"query_top3_document_ids": ["travel", "meal", "education"]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"generation_requests": 0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"graphrag_index_executed": false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94960" y="1051560"/>
          <a:ext cx="329184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검수 기록 (색인)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개수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입력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엔티티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관계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커뮤니티 보고서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394960" y="3108960"/>
            <a:ext cx="3291840" cy="4114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577840" y="32186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uv run show_recorded.py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813048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문서 연결 수가 양수여도 답이 정확하다는 뜻은 아니에요. '한도 초과면 승인 필요'를 '한도 안이면 승인 불필요'로 뒤집지 않는지 봐요.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9-3. 팀장 승인 조건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graph에서 "팀장"으로 들어오는 노드(규정)를 정렬해 policies에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규정마다 graph[did]["팀장"]의 condition과 source_document_id를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education 수강 전 / leave 휴가 시작 3영업일 전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같은 승인자라도 시점이 달라요 → 하나로 합치지 않아요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successors('팀장')은 [] (간선 방향: 규정 → 팀장)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9-3 GraphRAG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9-3. 팀장 승인 조건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policies = sorted(graph.____("팀장"))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did in policies: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edge = graph[did]["팀장"]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print(did, edge["condition"], edge["source_document_id"])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education 수강 전 / leave 휴가 시작 3영업일 전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같은 승인자라도 시점이 달라요 → 하나로 합치지 않아요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successors('팀장')은 [] (간선 방향: 규정 → 팀장)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9-4</a:t>
            </a:r>
            <a:r>
              <a:rPr b="1">
                <a:solidFill>
                  <a:srgbClr val="858793"/>
                </a:solidFill>
              </a:rPr>
              <a:t>  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Multimodal RAG와 ColPali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원문 값과 단위를 함께 → 2박 계산과 승인 판단 분리 → MaxSim 수치 모형 → 같은 원문으로 페이지 PNG → (선택) ColPali 검색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"12만원"도 어느 행의 값인지 알아야 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280160"/>
                <a:gridCol w="256032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원문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한도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적용 단위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증빙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국내 출장, 1박당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숙박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30만원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분기 1회, 1인당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수강 완료 후 수료증,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606040"/>
            <a:ext cx="4937760" cy="10972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269748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match = re.search(r"(\d+)만원", by_id[did]["content"])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rows.append({"document_id": did,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"limit_won": int(match.group(1)) * 10000,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"source_url": …})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606040"/>
            <a:ext cx="3108960" cy="10972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15000" y="2679192"/>
            <a:ext cx="283464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[('travel', 120000),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('education', 300000)]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99592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위 표는 원문을 읽고 정리한 비교표예요. OCR 결과가 아니에요.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계산은 계산, 승인 판단은 따로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41617"/>
                </a:solidFill>
              </a:rPr>
              <a:t>120000 × 2박</a:t>
            </a:r>
          </a:p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B062F"/>
                </a:solidFill>
              </a:rPr>
              <a:t>240,000원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숙박 기본 한도 (산술)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</a:rPr>
              <a:t>✗ 240000 + 300000</a:t>
            </a:r>
          </a:p>
          <a:p>
            <a:pPr algn="ctr">
              <a:spcAft>
                <a:spcPts val="200"/>
              </a:spcAft>
            </a:pPr>
            <a:r>
              <a:rPr sz="2800" b="1">
                <a:solidFill>
                  <a:srgbClr val="858793"/>
                </a:solidFill>
              </a:rPr>
              <a:t>540,000원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FB062F"/>
                </a:solidFill>
              </a:rPr>
              <a:t>다른 규정 예산을 합칠 근거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788920"/>
            <a:ext cx="8229600" cy="1783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2898648"/>
            <a:ext cx="786384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숫자를 계산해도 원문 조건은 별도로 확인해요.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· 숙박 영수증을 첨부했나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· 1박 12만원을 넘으면 예약 전에 담당 임원의 서면 승인을 받았나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ColPali의 MaxSim: 질문 벡터마다 가장 잘 맞는 페이지 조각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score(Q, D) = Σ_i  max_j  q_iᵀ d_j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011680"/>
          <a:ext cx="45720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188720"/>
                <a:gridCol w="1188720"/>
                <a:gridCol w="731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 q1 = [1, 0]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 q2 = [0, 1]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A [1,0], [0,1]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B [0.71, 0.71]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0.7071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0.7071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1.4142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212080" y="2011680"/>
            <a:ext cx="347472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49240" y="21031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maxsim(queries, page):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sum(max(dot(q, p)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for p in page)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for q in queries)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52044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359359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STEP3 MaxSim 수치모형 {'A': 2.0, 'B': 1.4142}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MODEL_NOT_RUN: 위 2차원 벡터는 계산용 입력이며 ColPali 출력이 아니에요.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원문으로 만든 페이지 이미지 (선택: ColPali 검색)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tr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474720" cy="260604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114800" y="1051560"/>
            <a:ext cx="457200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51960" y="114300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batch_images = processor.process_images(images)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batch_queries = processor.process_queries(queries)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scores = processor.score_multi_vector(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query_vectors, image_vectors)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best = int(scores[0].argmax())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265176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51960" y="272491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STEP4 ['education.png', 'travel.png']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324612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297680" y="335584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uv run --with colpali-engine==0.3.18 --with accelerate visual_search.py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모델 다운로드 · 메모리 필요. argmax는 최고 점수 페이지의 인덱스예요(확률 아님).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49039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visual_pages/travel.png (main.py 생성)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9-4. 숙박 한도 행과 출처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rows에서 숙박 규정 행을 chosen에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answer_value에 chosen["limit_won"]을 담고 금액, 원문 ID, source_url을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120000 travel https://example.invalid/rag40/travel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education(300000)을 고르면 다른 규정의 금액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답에는 1박당 · 숙박 영수증까지 함께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9-4 Multimodal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9-4. 숙박 한도 행과 출처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chosen = next(r for r in rows if 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answer_value = chosen["limit_won"]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print(answer_value, chosen["document_id"], chosen["source_url"])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ch09\rag_ch09_04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120000 travel https://example.invalid/rag40/travel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education(300000)을 고르면 다른 규정의 금액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답에는 1박당 · 숙박 영수증까지 함께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빈틈의 종류에 맞는 확장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256032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관찰한 빈틈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확장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오늘 확인한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문장 중간에 조건이 끊김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Parent · 인접 구간 (9-1)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80자 → 148자, 예산 70이면 승인 조건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질문 표현 때문에 못 찾음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재검색 · 질의 변형 (9-2)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q10 [] → education@60, 반복 · 제한 종료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여러 규정의 관계를 따라가야 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그래프 (9-3)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영수증 ← 3개 규정 → 승인자 ·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표 · 이미지가 답에 중요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구조 추출 · 시각 검색 (9-4)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값 + 단위 + 출처, MaxSim, PNG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확장을 더하기 전에 "어느 단계에서 정보가 처음 사라졌나"부터 찾아요.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RAG 과목 마무리: 질문 하나를 끝까지 따라가기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원문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09928" y="1572768"/>
            <a:ext cx="128015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856232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856232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청크 · 페이지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08960" y="1572768"/>
            <a:ext cx="1280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255264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255264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B062F"/>
                </a:solidFill>
              </a:rPr>
              <a:t>검색 결과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07992" y="1572768"/>
            <a:ext cx="1280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654296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654296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B062F"/>
                </a:solidFill>
              </a:rPr>
              <a:t>Context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07024" y="1572768"/>
            <a:ext cx="1280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053328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53328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답변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06056" y="1572768"/>
            <a:ext cx="1280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52360" y="118872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52360" y="1188720"/>
            <a:ext cx="1234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평가 기록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57200" y="2240280"/>
          <a:ext cx="822960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60320"/>
                <a:gridCol w="5669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q10 교육비 정산 증빙은?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무슨 일이 있었나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7-1 BM25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토큰 불일치로 빈 목록 (자료 없음 아님)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7-4 · 9-2 재검색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"수강 완료 후 제출" 표현으로 education@60 확보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8-4 Hybrid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문서 Recall 1.0 — 하지만 증빙 청크 포함은 따로 확인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9-1 Parent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원문 전체로 수료증과 영수증 문장까지 Context에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43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5일차 오후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43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433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ch09/rag_ch09_01에서 uv run compare_contexts.py</a:t>
            </a:r>
            <a:endParaRPr lang="en-US" sz="1500" dirty="0"/>
          </a:p>
        </p:txBody>
      </p:sp>
      <p:sp>
        <p:nvSpPr>
          <p:cNvPr id="6" name="t-434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Ollama로 짧은 추출문과 Parent 전체의 답을 비교</a:t>
            </a:r>
            <a:endParaRPr lang="en-US" sz="950" dirty="0"/>
          </a:p>
        </p:txBody>
      </p:sp>
      <p:sp>
        <p:nvSpPr>
          <p:cNvPr id="7" name="t-43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질문 하나를 골라 원문 → 평가까지 정리</a:t>
            </a:r>
            <a:endParaRPr lang="en-US" sz="1500" dirty="0"/>
          </a:p>
        </p:txBody>
      </p:sp>
      <p:sp>
        <p:nvSpPr>
          <p:cNvPr id="8" name="t-436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단계마다 실제 데이터를 붙여 한 장으로</a:t>
            </a:r>
            <a:endParaRPr lang="en-US" sz="950" dirty="0"/>
          </a:p>
        </p:txBody>
      </p:sp>
      <p:pic>
        <p:nvPicPr>
          <p:cNvPr id="9" name="ts-437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오후 · Private LLM Course</dc:title>
  <dc:subject>PptxGenJS Presentation</dc:subject>
  <dc:creator>김기인</dc:creator>
  <cp:lastModifiedBy>김기인</cp:lastModifiedBy>
  <cp:revision>1</cp:revision>
  <dcterms:created xsi:type="dcterms:W3CDTF">2026-10-05T09:03:12Z</dcterms:created>
  <dcterms:modified xsi:type="dcterms:W3CDTF">2026-10-05T09:03:12Z</dcterms:modified>
</cp:coreProperties>
</file>