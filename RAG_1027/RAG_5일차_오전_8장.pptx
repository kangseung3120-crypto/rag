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8"/>
    <p:sldId id="327" r:id="rId7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5"/>
          </p14:sldIdLst>
        </p14:section>
        <p14:section name="8-1 소규모 Golden Dataset 설계" id="{5EC71001-0000-4000-8000-000000000002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8-2 검색 평가: Hit@k · Recall@k" id="{5EC71002-0000-4000-8000-000000000003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8-3 답변 평가: RAGAS 기본 지표" id="{5EC71003-0000-4000-8000-000000000004}">
          <p14:sldIdLst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8-4 오류 분류와 개선 전후 비교" id="{5EC71004-0000-4000-8000-000000000005}">
          <p14:sldIdLst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정리" id="{5EC71005-0000-4000-8000-000000000006}">
          <p14:sldIdLst>
            <p14:sldId id="327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35.xml"/><Relationship Id="rId8" Type="http://schemas.openxmlformats.org/officeDocument/2006/relationships/slide" Target="slides/slide34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99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Recall@3</c:v>
                </c:pt>
              </c:strCache>
            </c:strRef>
          </c:tx>
          <c:spPr>
            <a:solidFill>
              <a:srgbClr val="FB062F"/>
            </a:solidFill>
          </c:spPr>
          <c:dPt>
            <c:idx val="0"/>
            <c:spPr>
              <a:solidFill>
                <a:srgbClr val="858793"/>
              </a:solidFill>
            </c:spPr>
          </c:dPt>
          <c:cat>
            <c:strRef>
              <c:f>Sheet1!$A$2:$A$4</c:f>
              <c:strCache>
                <c:ptCount val="3"/>
                <c:pt idx="0">
                  <c:v>BM25</c:v>
                </c:pt>
                <c:pt idx="1">
                  <c:v>Dense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8-1 → 8-2 → 8-3 → 8-4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7장에서는 검색을 바꾸고 **눈으로** 결과를 읽었어요. 오늘은 **같은 기준으로 숫자를** 매겨요.</a:t>
            </a:r>
          </a:p>
          <a:p>
            <a:r>
              <a:t>8-1 **정답 기준(golden.jsonl)** → 8-2 **검색이 근거를 찾았나** → 8-3 **답이 근거에 맞나** → 8-4 **바꾼 뒤 좋아졌나**</a:t>
            </a:r>
          </a:p>
          <a:p>
            <a:r>
              <a:t>자료는 그대로: **규정 12개(현행 10 + 구버전 2), 질문 20개**</a:t>
            </a:r>
          </a:p>
          <a:p>
            <a:r>
              <a:t>8장 기본 실행은 **생성 모델을 부르지 않아요.** RAGAS 실제 평가만 API가 필요한 선택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**Golden Dataset** = 질문 + 원문과 대조한 참고 답변 + 근거 문서 ID</a:t>
            </a:r>
          </a:p>
          <a:p>
            <a:r>
              <a:t>모델 출력을 정답으로 복사한 파일이 **아니에요.** 이 강의는 표준 라이브러리만 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숙박비인지 식비인지, 국내인지에 따라 **답이 달라요.**</a:t>
            </a:r>
          </a:p>
          <a:p>
            <a:r>
              <a:t>검색 결과가 '출장 문서'라는 이유만으로 성공 처리하면 이 차이를 **놓쳐요.**</a:t>
            </a:r>
          </a:p>
          <a:p>
            <a:r>
              <a:t>그래서 질문마다 **참고 답변 + 근거 문서**를 미리 정해 두고 같은 기준으로 비교해요.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JSONL 전체를 json.loads에 넣으면 **Extra data 오류** → **splitlines로 줄마다** 읽어요.</a:t>
            </a:r>
          </a:p>
          <a:p>
            <a:r>
              <a:t>**dev 12 · test 8**, **답 가능 16 · 불가 4**</a:t>
            </a:r>
          </a:p>
          <a:p>
            <a:r>
              <a:t>문서 12개 중 **구버전 2개**는 검색 대상이 아니에요 — 같은 숫자가 있어도 적용 대상부터 틀린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참고 답변: **식비 1일 3만원, 숙박비 1박 12만원, 두 한도 합산 불가**</a:t>
            </a:r>
          </a:p>
          <a:p>
            <a:r>
              <a:t>근거 문서 **meal + travel 두 개** — 금액 두 개 + **합산 금지** 조건</a:t>
            </a:r>
          </a:p>
          <a:p>
            <a:r>
              <a:t>**"출장비는 15만원이에요"** = 12 + 3 단순 합산 → 금액이 다 나와도 **단위와 조건이 틀려 오답**</a:t>
            </a:r>
          </a:p>
          <a:p>
            <a:r>
              <a:t>문서 ID는 검색 비교용, 정확한 문장 · 조건은 답변 검토용 — **서로 대신하지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**q11** 올해 매출 목표 → 규정 어디에도 없음</a:t>
            </a:r>
          </a:p>
          <a:p>
            <a:r>
              <a:t>**q12** 개인 취미 강좌 지원 → 교육비 문서가 **정하지 않았어요** (관련 문서는 찾았는데 답이 없음)</a:t>
            </a:r>
          </a:p>
          <a:p>
            <a:r>
              <a:t>q12에 **'지원 불가'**라고 단정하면 오답 — 기대 행동은 **확인할 수 없다고 답하기**</a:t>
            </a:r>
          </a:p>
          <a:p>
            <a:r>
              <a:t>이 질문들은 **검색 Recall 분모에서 빼고**, 최종 답변의 **단정 여부**를 따로 평가해요.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**dev 12** = 구현을 고치고 설정을 비교할 때 / **test 8** = 고른 설정을 마지막에 확인할 때</a:t>
            </a:r>
          </a:p>
          <a:p>
            <a:r>
              <a:t>같은 질문을 살짝 바꾼 문장이 양쪽에 있으면 dev에서 맞춘 표현이 test에도 그대로 통해요.</a:t>
            </a:r>
          </a:p>
          <a:p>
            <a:r>
              <a:t>현재 파일: dev 근거 6개 문서, test 근거 4개 문서, **교집합 []**</a:t>
            </a:r>
          </a:p>
          <a:p>
            <a:r>
              <a:t>**test를 보며 설정을 고치면** 최종 확인이 개발에 섞여요.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q09의 참고 답변을 정답 문서 원문과 대조해요.</a:t>
            </a:r>
          </a:p>
          <a:p>
            <a:r>
              <a:t>target_id = "q09"</a:t>
            </a:r>
          </a:p>
          <a:p>
            <a:r>
              <a:t>target = next(g for g in golden if g["question_id"] == target_id)</a:t>
            </a:r>
          </a:p>
          <a:p>
            <a:r>
              <a:t>for did in target["relevant_document_ids"]:</a:t>
            </a:r>
          </a:p>
          <a:p>
            <a:r>
              <a:t>    source = by_id[did]</a:t>
            </a:r>
          </a:p>
          <a:p>
            <a:r>
              <a:t>    print(source["metadata"]["title"])</a:t>
            </a:r>
          </a:p>
          <a:p>
            <a:r>
              <a:t>    print(source["content"])</a:t>
            </a:r>
          </a:p>
          <a:p/>
          <a:p>
            <a:r>
              <a:t>생각해 보기: q05를 골라 참고 답변을 가린 채 원문만 읽고 필요한 사실 2~3개를 적은 뒤, 참고 답변과 비교해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g["question_id"] == target_id   ② by_id[did]</a:t>
            </a:r>
          </a:p>
          <a:p/>
          <a:p>
            <a:r>
              <a:t>정답 파일: ch08\rag_ch08_01\q_solution.py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검색은 **청크 단위**, 정답 비교는 **문서 ID 단위** — 이 정의를 먼저 고정해요.</a:t>
            </a:r>
          </a:p>
          <a:p>
            <a:r>
              <a:t>표준 라이브러리 + 7장의 rag_core.bm25만 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q06은 **meal + travel** 둘 다 필요해요.</a:t>
            </a:r>
          </a:p>
          <a:p>
            <a:r>
              <a:t>**Hit@k**: 상위 k개 안에 필요한 문서가 **하나라도** 있으면 1</a:t>
            </a:r>
          </a:p>
          <a:p>
            <a:r>
              <a:t>**Recall@k**: 필요한 문서 중 **찾은 비율** — 분모는 검색 결과 수가 아니라 **필요한 문서 수**</a:t>
            </a:r>
          </a:p>
          <a:p>
            <a:r>
              <a:t>같은 이름의 지표라도 **청크 단위인지 문서 단위인지** 먼저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순위: **meal@60, travel@0, meal@0, meeting@60, vpn@60**</a:t>
            </a:r>
          </a:p>
          <a:p>
            <a:r>
              <a:t>1위 meal@60 = 합산 금지, 3위 meal@0 = 식비 3만원 → 문서 집계에선 **meal 하나**, 답변엔 **서로 다른 사실**</a:t>
            </a:r>
          </a:p>
          <a:p>
            <a:r>
              <a:t>k=5: 무관한 meeting · vpn이 들어와도 **Recall은 안 내려가요** → Recall만으로는 **잡음을 몰라요.**</a:t>
            </a:r>
          </a:p>
          <a:p>
            <a:r>
              <a:t>**ranked[:k]를 먼저**, 그다음 집합으로 — 순서를 바꾸면 다른 평가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분모는 12가 아니라 **10** — q11 · q12는 근거 집합이 비어서 **검색 평균에서 제외** (평가 안 한다는 뜻 아님)</a:t>
            </a:r>
          </a:p>
          <a:p>
            <a:r>
              <a:t>질문별로 구한 뒤 평균 → q06처럼 근거가 2개여도 **질문 가중치는 같아요.**</a:t>
            </a:r>
          </a:p>
          <a:p>
            <a:r>
              <a:t>k=3 평균 Hit · Recall **0.9** = 9개는 1.0, **q10 하나가 0** — '근거의 90%를 찾았다'가 아니에요.</a:t>
            </a:r>
          </a:p>
          <a:p>
            <a:r>
              <a:t>q10은 BM25 **양수 점수 후보가 0개** → k를 3 → 5로 늘려도 해결 안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**A**: 청크 2개 선택 → 문서 집합 / **B**: 문서 중복 제거 → 2개 선택</a:t>
            </a:r>
          </a:p>
          <a:p>
            <a:r>
              <a:t>RRF처럼 **meal@60, meal@0, travel@0** 순서면 A = {meal} → **Recall 0.5**, B = {meal, travel} → **1.0**</a:t>
            </a:r>
          </a:p>
          <a:p>
            <a:r>
              <a:t>둘 다 틀린 게 아니라 **다른 단위의 평가** — 결과 표에 정의를 같이 적어요.</a:t>
            </a:r>
          </a:p>
          <a:p>
            <a:r>
              <a:t>→ 오늘 8-2 퀴즈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상위 두 청크가 모두 같은 문서라면 정답 문서 두 개 중 한 개만 찾은 셈이에요.</a:t>
            </a:r>
          </a:p>
          <a:p>
            <a:r>
              <a:t>item = next(g for g in dev if g["question_id"] == "q06")</a:t>
            </a:r>
          </a:p>
          <a:p>
            <a:r>
              <a:t>ranked = bm25(item["question"], current, k=5)</a:t>
            </a:r>
          </a:p>
          <a:p>
            <a:r>
              <a:t>expected = set(item["relevant_document_ids"])</a:t>
            </a:r>
          </a:p>
          <a:p>
            <a:r>
              <a:t>lookup = {(r["document_id"], r["start"]): r for r in ranked}</a:t>
            </a:r>
          </a:p>
          <a:p>
            <a:r>
              <a:t>ordered = [lookup[("meal", 60)], lookup[("meal", 0)], lookup[("travel", 0)]]</a:t>
            </a:r>
          </a:p>
          <a:p>
            <a:r>
              <a:t>found = {r["document_id"] for r in ordered[:2]}</a:t>
            </a:r>
          </a:p>
          <a:p>
            <a:r>
              <a:t>recall = len(found &amp; expected) / len(expected)</a:t>
            </a:r>
          </a:p>
          <a:p>
            <a:r>
              <a:t>print(found, recall)</a:t>
            </a:r>
          </a:p>
          <a:p/>
          <a:p>
            <a:r>
              <a:t>생각해 보기: q10의 BM25 결과가 빈 목록인 이유가 문서가 없어서인지 검색 실패인지, education 원문을 읽고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ordered[:2]</a:t>
            </a:r>
          </a:p>
          <a:p/>
          <a:p>
            <a:r>
              <a:t>정답 파일: ch08\rag_ch08_02\q_solution.py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8-3 답변 평가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· B · C는 **사람이 쓴 연습용 답변**, 모델 출력이 아니에요.</a:t>
            </a:r>
          </a:p>
          <a:p>
            <a:r>
              <a:t>기본 실행의 비율은 **수동 라벨 계산** — RAGAS 점수와 구분해요.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**A** 숙박 한도 + 영수증 → 정답</a:t>
            </a:r>
          </a:p>
          <a:p>
            <a:r>
              <a:t>**B** 1박당 **30만원** → 금액 오류</a:t>
            </a:r>
          </a:p>
          <a:p>
            <a:r>
              <a:t>**C** 식비 3만원 → 원문에 있는 사실이지만 **질문과 다른 주제**</a:t>
            </a:r>
          </a:p>
          <a:p>
            <a:r>
              <a:t>**근거에 맞는가** 와 **질문에 답하는가** 는 따로 확인해요.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k=3을 요청했지만 양수 BM25 후보가 **2개** → **travel@0, meal@0**</a:t>
            </a:r>
          </a:p>
          <a:p>
            <a:r>
              <a:t>travel@0 = 숙박 12만원 + 영수증 / meal@0 = 식비 3만원 → **C도 이 Context로 뒷받침돼요.**</a:t>
            </a:r>
          </a:p>
          <a:p>
            <a:r>
              <a:t>시스템이 못 본 **원문 전체**를 평가에 주면 검색 실패를 놓쳐요.</a:t>
            </a:r>
          </a:p>
          <a:p>
            <a:r>
              <a:t>압축 · 길이 제한을 했다면 **최종적으로 모델에 보낸 문장**으로 평가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= [금액 ✓, 증빙 ✓] → **1.0**, B = [금액 ✗, 증빙 ✓] → **0.5**, C = [식비 ✓] → **1.0**</a:t>
            </a:r>
          </a:p>
          <a:p>
            <a:r>
              <a:t>이 값은 **직접 라벨한 주장의 비율** — RAGAS를 돌린 점수가 아니에요.</a:t>
            </a:r>
          </a:p>
          <a:p>
            <a:r>
              <a:t>평가 모델은 주장을 **다르게 나눌 수 있어서** 같은 숫자가 나온다는 보장이 없어요.</a:t>
            </a:r>
          </a:p>
          <a:p>
            <a:r>
              <a:t>C의 비율 1.0 ≠ 좋은 답변 — **숙박 질문에 답하지 않았어요.**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**Faithfulness**: 답변 주장 ↔ 제공한 Context (B의 30만원을 뒷받침하나)</a:t>
            </a:r>
          </a:p>
          <a:p>
            <a:r>
              <a:t>**Answer Relevancy**: 답변 ↔ 질문 — 답변에서 다시 만든 질문과 원질문의 유사도, **숫자 정확성은 판정 안 해요.**</a:t>
            </a:r>
          </a:p>
          <a:p>
            <a:r>
              <a:t>**Context Precision / Recall**: 참고 답변을 쓰는 버전 — 유용한 근거가 앞에 있나 / 참고 답변 사실을 Context로 설명할 수 있나</a:t>
            </a:r>
          </a:p>
          <a:p>
            <a:r>
              <a:t>8-2의 **문서 ID Recall** 과 이번 **Context Recall** 은 비교 대상이 달라요.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**임베딩 = 로컬 E5 small**(질문 유사도), **평가 = LLM API**(주장 판단) — 임베딩 API 키는 필요 없어요.</a:t>
            </a:r>
          </a:p>
          <a:p>
            <a:r>
              <a:t>준비 모드(API 호출 없음): **shape [2, 384], generation_requests 0, completed false** — 오늘 PC에서 확인했어요.</a:t>
            </a:r>
          </a:p>
          <a:p>
            <a:r>
              <a:t>실제 평가 `--execute`는 **유료 호출(최대 20회)** · 키는 configure_api.py로 **.env에만**, 제출물에 넣지 않기</a:t>
            </a:r>
          </a:p>
          <a:p>
            <a:r>
              <a:t>검수 기록(gpt-6-luna): A 1.0 / 0.8705, B **0.5** / 0.8705, C 1.0 / 0.8570 — **매번 같지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첫 주장은 1박을 1일로 바꿨고, 두 번째 증빙 주장은 원문과 일치해요.</a:t>
            </a:r>
          </a:p>
          <a:p>
            <a:r>
              <a:t>answers = json.loads(Path("answer_review_08.json").read_text(</a:t>
            </a:r>
          </a:p>
          <a:p>
            <a:r>
              <a:t>    encoding="utf-8"))["answers"]</a:t>
            </a:r>
          </a:p>
          <a:p>
            <a:r>
              <a:t>answers["D"] = "숙박비는 1일당 12만원까지이며 숙박 영수증을 첨부해야 합니다."</a:t>
            </a:r>
          </a:p>
          <a:p>
            <a:r>
              <a:t>d_labels = [False, True]</a:t>
            </a:r>
          </a:p>
          <a:p>
            <a:r>
              <a:t>print(sum(d_labels) / len(d_labels))</a:t>
            </a:r>
          </a:p>
          <a:p/>
          <a:p>
            <a:r>
              <a:t>생각해 보기: A~D 각각의 사실 오류와 질문 적합성을 표로 적고, C의 높은 근거 일치 비율을 좋은 답변으로 볼 수 없는 이유를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False   ② True</a:t>
            </a:r>
          </a:p>
          <a:p/>
          <a:p>
            <a:r>
              <a:t>정답 파일: ch08\rag_ch08_03\q_solution.py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7장의 검색 방법을 **고정된 평가 기준**으로 비교해요.</a:t>
            </a:r>
          </a:p>
          <a:p>
            <a:r>
              <a:t>답변 생성 모델은 부르지 않아요. Dense는 E5를 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실험: "현행 문서의 **같은 80/20 청크**에서 **검색 방법만** 바꾸면 문서 Recall@3이 달라지는가?"</a:t>
            </a:r>
          </a:p>
          <a:p>
            <a:r>
              <a:t>고정: **질문 · 청크 · 정답 · k=3 · 현행 필터** / 바꿈: **BM25 → Dense → Hybrid(RRF)**</a:t>
            </a:r>
          </a:p>
          <a:p>
            <a:r>
              <a:t>한 번에 여러 개를 바꾸면 **무엇이 효과를 냈는지** 알 수 없어요.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BM25 **0.9 / 0.9**, Dense **1.0 / 1.0**, Hybrid **1.0 / 1.0** (Hit@3 / 문서 Recall@3)</a:t>
            </a:r>
          </a:p>
          <a:p>
            <a:r>
              <a:t>질문별로 맞춰 보면 **개선 q10 하나, 악화 없음**</a:t>
            </a:r>
          </a:p>
          <a:p>
            <a:r>
              <a:t>q10: BM25 [] → Hybrid **education, meal, travel**</a:t>
            </a:r>
          </a:p>
          <a:p>
            <a:r>
              <a:t>하지만 education@0엔 증빙이 없고 **수료증 · 영수증은 education@60** — 문서 ID가 맞아도 위치가 빠질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BM25 q10 후보 없음 → **질의 재작성 · 토큰 처리** (7-4)</a:t>
            </a:r>
          </a:p>
          <a:p>
            <a:r>
              <a:t>올바른 문서의 **앞 청크만** 검색 → **Parent 확장 · 인접 청크** (9-1)</a:t>
            </a:r>
          </a:p>
          <a:p>
            <a:r>
              <a:t>후보는 있는데 순위가 낮음 → **재정렬** (7-3)</a:t>
            </a:r>
          </a:p>
          <a:p>
            <a:r>
              <a:t>Dense와 Hybrid가 같은 점수 → 최종 선택엔 **지연 · 자원 · 실제 답변 비교**가 더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8개 중 답 있는 질문 **6개** — 세 방법 모두 **1.0 / 1.0**, 개선 · 악화 없음</a:t>
            </a:r>
          </a:p>
          <a:p>
            <a:r>
              <a:t>**"dev의 0.1 상승이 test에서도 나타났다"고 쓰면 틀려요.**</a:t>
            </a:r>
          </a:p>
          <a:p>
            <a:r>
              <a:t>6개 질문의 필요한 문서가 상위 3청크에 있었다는 뜻일 뿐, **서비스 전체 성공률이 아니에요.**</a:t>
            </a:r>
          </a:p>
          <a:p>
            <a:r>
              <a:t>답 없는 q19 · q20은 최종 생성 응답을 따로 모아 **단정했는지**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저장된 dev 결과에서 q10을 찾아 평균 뒤에 숨은 개별 실패를 확인해요.</a:t>
            </a:r>
          </a:p>
          <a:p>
            <a:r>
              <a:t>saved = json.loads(Path("comparison_08.json").read_text(encoding="utf-8"))</a:t>
            </a:r>
          </a:p>
          <a:p>
            <a:r>
              <a:t>hybrid_rows = saved["dev"]["hybrid"]["rows"]</a:t>
            </a:r>
          </a:p>
          <a:p>
            <a:r>
              <a:t>q10 = next(r for r in hybrid_rows if r["question_id"] == "q10")</a:t>
            </a:r>
          </a:p>
          <a:p>
            <a:r>
              <a:t>print(q10["retrieved_document_ids"], q10["recall"])</a:t>
            </a:r>
          </a:p>
          <a:p/>
          <a:p>
            <a:r>
              <a:t>생각해 보기: Hybrid의 q10 Top-3 청크 본문에 수료증과 영수증이 실제로 있는지 확인하고, 없다면 다음에 시험할 변경(Parent 확장 · 질의 변형 · 재정렬) 하나를 이유와 함께 골라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"dev"   ② "hybrid"</a:t>
            </a:r>
          </a:p>
          <a:p/>
          <a:p>
            <a:r>
              <a:t>정답 파일: ch08\rag_ch08_04\q_solution.py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8-1 **질문 · 참고 답변 · 근거 문서**, 정보 없음 ≠ 아니다, dev / test 분리</a:t>
            </a:r>
          </a:p>
          <a:p>
            <a:r>
              <a:t>8-2 **Hit ≠ Recall**, 청크 k개 먼저, 평균 0.9 = q10 하나</a:t>
            </a:r>
          </a:p>
          <a:p>
            <a:r>
              <a:t>8-3 **근거 일치 ≠ 질문 적합**, 수동 라벨 ≠ RAGAS 점수</a:t>
            </a:r>
          </a:p>
          <a:p>
            <a:r>
              <a:t>8-4 **하나만 바꾸고 질문별로**, test는 확인만 → 오후 9장: 찾은 문서의 **빠진 문맥**을 어떻게 채울까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오후 수업 전에 직접 해 볼 것: ch08/rag_ch08_03에서 run_ragas.py 준비 모드 / ch08/rag_ch08_04에서 Hybrid q10 본문 읽기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5일차 오전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5일차 오전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좋아졌다고 말하려면,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같은 기준으로 재야 해요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8-1  소규모 Golden Dataset 설계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질문 · 참고 답변 · 근거 문서, dev / test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8-2  검색 평가: Hit@k · Recall@k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청크 k개 → 문서 ID 비교, 질문별 평균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8-3  답변 평가: RAGAS 기본 지표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주장 단위 검토, 네 지표의 입력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8-4  오류 분류와 개선 전후 비교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BM25 · Dense · Hybrid, dev로 고르고 test로 확인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흐름: 기준 → 검색 점수 → 답변 점수 → 전후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Golden Dataset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무엇이 정답인가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8-1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50008" y="1965960"/>
            <a:ext cx="210312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78608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88336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Hit · Recall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근거를 찾았나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8-2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71416" y="1965960"/>
            <a:ext cx="210311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700016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9744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RAGAS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답이 근거에 맞나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8-3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2823" y="1965960"/>
            <a:ext cx="210313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21423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31151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전후 비교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바꿔서 좋아졌나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3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8-4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2743200"/>
          <a:ext cx="822960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6035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오늘 쓰는 자료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documents.json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규정 12개 (현행 10 · 구버전 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chunks.json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80자 · overlap 20 청크 28개 (현행 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golden.jsonl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질문 20개: 질문 · 참고 답변 · 근거 문서 ID · 답 가능 여부 · dev/test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8-1</a:t>
            </a:r>
            <a:r>
              <a:rPr b="1">
                <a:solidFill>
                  <a:srgbClr val="858793"/>
                </a:solidFill>
              </a:rPr>
              <a:t>  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소규모 Golden Dataset 설계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JSONL 읽기 → 질문 한 건의 필드 → q06 정답을 원문까지 따라가기 → 답이 없는 질문 → dev와 test 분리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8-1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"출장비는 얼마까지 받을 수 있나요?" — 무엇이 정답일까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Q.  </a:t>
            </a:r>
            <a:r>
              <a:rPr sz="1500" b="1">
                <a:solidFill>
                  <a:srgbClr val="FFFFFF"/>
                </a:solidFill>
              </a:rPr>
              <a:t>출장비는 얼마까지 받을 수 있나요?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828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6928" y="1828800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41617"/>
                </a:solidFill>
              </a:rPr>
              <a:t>숙박비?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1박당 12만원 (travel)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1828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55848" y="1828800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41617"/>
                </a:solidFill>
              </a:rPr>
              <a:t>식비?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1일 3만원 (meal)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1828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44768" y="1828800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41617"/>
                </a:solidFill>
              </a:rPr>
              <a:t>합쳐서?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합산 불가 (meal)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2971800"/>
          <a:ext cx="822960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5120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golden.jsonl 한 줄의 필드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쓰는 곳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시스템에 보내는 입력 (이것만 보내요)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reference · relevant_document_ids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평가에만 사용 — 검색 입력에 붙이면 정답을 넣는 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answerable · split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답 가능 여부 · dev(개발) / test(최종 확인)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8-1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JSONL은 한 줄에 하나씩: 문서 12, 질문 20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golden = [json.loads(line) for line in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Path("golden.jsonl").read_text(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encoding="utf-8").splitlines()]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print(Counter(g["split"] for g in golden))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print(Counter(g["answerable"] for g in golden))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88920"/>
            <a:ext cx="4937760" cy="777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862072"/>
            <a:ext cx="466344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문서 12 질문 20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split {'dev': 12, 'test': 8}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answerable {True: 16, False: 4}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05156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77840" y="109728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B062F"/>
                </a:solidFill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1783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dev (개발용)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105156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78040" y="109728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41617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1783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test (최종 확인)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23317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577840" y="2377439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B062F"/>
                </a:solidFill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06323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답 가능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23317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78040" y="2377439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41617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06323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답 불가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질문 20개는 작은 평가셋이에요. 여기서 얻은 숫자를 서비스 전체 성공률로 확대하지 않아요.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8-1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q06의 정답을 원문까지 따라가기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840480"/>
                <a:gridCol w="146304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답에 필요한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근거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검토할 조건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숙박비 1박당 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국내 출장, 1박 기준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식비 1일 3만원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국내 출장, 1일 기준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남은 숙박비 한도를 식비에 합산하지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두 비용의 한도를 분리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288036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✗  "출장비는 15만원이에요"</a:t>
            </a:r>
            <a:r>
              <a:rPr sz="1100" b="0">
                <a:solidFill>
                  <a:srgbClr val="141617"/>
                </a:solidFill>
              </a:rPr>
              <a:t>   12만원 + 3만원 — 1박 · 1일 단위와 합산 금지가 사라졌어요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청크 크기를 바꾸면 chunk_id는 바뀌지만 document_id는 유지돼요. 그래서 근거는 문서 ID로 적어 두고, 문장은 따로 읽어요.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8-1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답이 없는 질문: "정보 없음"을 "아니다"로 바꾸지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q11  </a:t>
            </a:r>
            <a:r>
              <a:rPr sz="1200" b="1">
                <a:solidFill>
                  <a:srgbClr val="141617"/>
                </a:solidFill>
              </a:rPr>
              <a:t>회사의 올해 매출 목표는 얼마인가요?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58793"/>
                </a:solidFill>
              </a:rPr>
              <a:t>자료에 해당 정보가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q12  </a:t>
            </a:r>
            <a:r>
              <a:rPr sz="1200" b="1">
                <a:solidFill>
                  <a:srgbClr val="141617"/>
                </a:solidFill>
              </a:rPr>
              <a:t>개인 취미 강좌도 지원하나요?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58793"/>
                </a:solidFill>
              </a:rPr>
              <a:t>교육비 문서가 지원 여부를 정하지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B062F"/>
                </a:solidFill>
              </a:rPr>
              <a:t>✗ 임의의 매출액을 답하기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B062F"/>
                </a:solidFill>
              </a:rPr>
              <a:t>✗ "취미 강좌는 지원하지 않아요"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F8A70"/>
                </a:solidFill>
              </a:rPr>
              <a:t>✓ "현재 자료에서 확인할 수 없어요"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8-1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dev와 test: 근거 문서가 겹치지 않게 나눴어요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3258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document_ids(split):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{did for g in golden if g["split"] == split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for did in g["relevant_document_ids"]}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print(sorted(document_ids("dev") &amp; document_ids("test")))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5603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260603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88720" y="260603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30552" y="260603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130552" y="260603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incident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72384" y="260603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072384" y="260603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leave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14215" y="260603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014215" y="260603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meal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56048" y="260603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956048" y="260603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travel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260603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897880" y="260603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vpn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3375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338327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188720" y="338327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equipment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30552" y="338327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130552" y="338327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meeting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72384" y="338327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072384" y="338327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remote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14215" y="3383279"/>
            <a:ext cx="896112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014215" y="3383279"/>
            <a:ext cx="896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retention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2080" y="1051560"/>
            <a:ext cx="3474720" cy="132588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212080" y="1051560"/>
            <a:ext cx="347472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E0E1E5"/>
                </a:solidFill>
              </a:rPr>
              <a:t>교집합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 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422452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질문을 추가할 땐 같은 원문의 의역 질문을 먼저 묶고 함께 나눠요(group_id).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8-1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8-1. q09 정답 근거를 원문에서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target_id = "q09"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golden에서 question_id가 target_id인 항목을 target에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target["relevant_document_ids"]마다 by_id에서 원문을 찾아 제목과 본문을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근거 원문: education (교육비 지원)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분기 1회, 1인당 30만원까지 → 금액과 횟수를 함께 적어요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금액만 맞고 월 1회로 바뀌면 오답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8-1 Golden Dataset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8-1. q09 정답 근거를 원문에서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target_id = "q09"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 = next(g for g in golden if 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did in target["relevant_document_ids"]: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source = ____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print(source["metadata"]["title"])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print(source["content"])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근거 원문: education (교육비 지원)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분기 1회, 1인당 30만원까지 → 금액과 횟수를 함께 적어요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금액만 맞고 월 1회로 바뀌면 오답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8-2</a:t>
            </a:r>
            <a:r>
              <a:rPr b="1">
                <a:solidFill>
                  <a:srgbClr val="858793"/>
                </a:solidFill>
              </a:rPr>
              <a:t>   Hit · Recall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검색 평가: Hit@k와 Recall@k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q06 BM25 순위 → 청크 k개 선택 → 문서 ID 집합 비교 → 답 있는 dev 10개 평균 → 평균 아래의 실패 질문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8-2 Hit · Recall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정답 문서 하나만 찾으면 충분할까?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Hit@k = 1( |R ∩ S| &gt; 0 )</a:t>
            </a:r>
            <a:r>
              <a:rPr sz="1100" b="0">
                <a:solidFill>
                  <a:srgbClr val="141617"/>
                </a:solidFill>
              </a:rPr>
              <a:t>        </a:t>
            </a:r>
            <a:r>
              <a:rPr sz="14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Recall@k = |R ∩ S| / |R|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E0E1E5"/>
                </a:solidFill>
              </a:rPr>
              <a:t>R: 필요한 문서 집합 · S: 상위 k개 청크의 문서 ID 집합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1945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22402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k =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찾은 문서: meal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FB062F"/>
                </a:solidFill>
              </a:rPr>
              <a:t>Hit 1   ·   Recall 0.5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1945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46320" y="22402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k =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찾은 문서: meal, travel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F8A70"/>
                </a:solidFill>
              </a:rPr>
              <a:t>Hit 1   ·   Recall 1.0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k=1은 Hit 1이지만 숙박비 근거(travel)가 없어요. Hit만 보면 이 차이를 놓쳐요.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8-2 Hit · Recall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q06 실제 BM25 순위로 k = 1 · 3 · 5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960120" cy="41148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1 meal@60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81328" y="1097280"/>
            <a:ext cx="960120" cy="41148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81328" y="109728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2 travel@0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5456" y="1097280"/>
            <a:ext cx="960120" cy="41148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505456" y="109728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3 meal@0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9584" y="1097280"/>
            <a:ext cx="96012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529584" y="109728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4 meeting@60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3712" y="1097280"/>
            <a:ext cx="96012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53712" y="109728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5 vpn@60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1737360"/>
          <a:ext cx="502920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2651760"/>
                <a:gridCol w="822960"/>
                <a:gridCol w="1005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찾은 문서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Hit@k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Recall@k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meal, meeting, travel, vpn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5669280" y="1737360"/>
            <a:ext cx="3017520" cy="16459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806440" y="18288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 in [1, 3, 5]: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found = {r["document_id"]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for r in ranked[:k]}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hit = int(bool(found &amp; expected))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recall = len(found &amp; expected) \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/ len(expected)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Recall을 높이려고 k를 늘리면 관련 없는 Context, 길이, 처리 시간, 최종 답변 정확성도 함께 봐야 해요.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8-2 Hit · Recall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답 있는 dev 10개 평균: 0.9의 정체는 q10 하나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20624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1097280"/>
                <a:gridCol w="109728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분모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Hit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0.85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k = 3 질문별 Recall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13258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46320" y="13258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q01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14416" y="13258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14416" y="13258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q02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2512" y="13258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82512" y="13258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q03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0608" y="13258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50608" y="13258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q04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18704" y="13258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918704" y="13258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q05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20116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846320" y="20116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q06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14416" y="20116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14416" y="20116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q07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20116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82512" y="20116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q08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50608" y="20116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50608" y="20116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q09</a:t>
            </a:r>
          </a:p>
          <a:p>
            <a:pPr algn="ctr"/>
            <a:r>
              <a:rPr sz="1000" b="1">
                <a:solidFill>
                  <a:srgbClr val="1F8A70"/>
                </a:solidFill>
              </a:rPr>
              <a:t>1.0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18704" y="2011680"/>
            <a:ext cx="713232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918704" y="2011680"/>
            <a:ext cx="7132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q10</a:t>
            </a:r>
          </a:p>
          <a:p>
            <a:pPr algn="ctr"/>
            <a:r>
              <a:rPr sz="1000" b="1">
                <a:solidFill>
                  <a:srgbClr val="FB062F"/>
                </a:solidFill>
              </a:rPr>
              <a:t>0.0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2743200"/>
            <a:ext cx="822960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4360" y="2816352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STEP3 검색평가 제외 ['q11', 'q12']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0080" y="349300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평균만 보면 "꽤 잘한다"로 끝나요. 질문별로 풀어야 "q10 하나가 토큰 불일치로 0"이라는 고칠 지점이 보여요.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→ 7-4 Query Rewrite, 8-4 Hybrid 비교로 이어져요.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8-2 Hit · Recall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청크 k개를 먼저 vs 문서를 먼저 중복 제거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1 meal@60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109728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828800" y="1097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2 meal@0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109728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200400" y="1097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3 travel@0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82880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18288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A  청크 2개 먼저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182880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{r["document_id"] for r in ordered[:2]}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82880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{'meal'} → Recall 0.5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83464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283464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B  문서 먼저 중복 제거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283464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list(dict.fromkeys(ids))[:2]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8346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{'meal', 'travel'} → Recall 1.0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이번 수업의 정의: 청크 k개를 검색한 뒤 document_id로 정답과 비교 (A)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8-2 Hit · Recall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8-2. 청크 Top-2로 Recall 계산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item = next(g for g in dev if g["question_id"] == "q06")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ranked = bm25(item["question"], current, k=5)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expected = set(item["relevant_document_ids"])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lookup = {(r["document_id"], r["start"]): r for r in ranked}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ordered = [lookup[("meal", 60)], lookup[("meal", 0)], lookup[("travel", 0)]]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ordered의 상위 2개 청크에서 document_id 집합 found를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found와 expected로 recall을 계산하고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청크 Top-2 → {'meal'} · Recall 0.5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문서를 먼저 중복 제거하면 meal, travel · 1.0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평가 단위(청크 vs 문서)를 결과 표에 함께 적어요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8-2 Hit · Recall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8-2. 청크 Top-2로 Recall 계산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item = next(g for g in dev if g["question_id"] == "q06")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ranked = bm25(item["question"], current, k=5)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expected = set(item["relevant_document_ids"])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lookup = {(r["document_id"], r["start"]): r for r in ranked}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ordered = [lookup[("meal", 60)], lookup[("meal", 0)], lookup[("travel", 0)]]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found = {r["document_id"] for r in ____}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recall = len(found &amp; expected) / len(expected)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print(found, recall)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청크 Top-2 → {'meal'} · Recall 0.5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문서를 먼저 중복 제거하면 meal, travel · 1.0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평가 단위(청크 vs 문서)를 결과 표에 함께 적어요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8-3 답변 평가 RAGAS 기본 지표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8-3</a:t>
            </a:r>
            <a:r>
              <a:rPr b="1">
                <a:solidFill>
                  <a:srgbClr val="858793"/>
                </a:solidFill>
              </a:rPr>
              <a:t>  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답변 평가: RAGAS 기본 지표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실제 검색 Context → 연습 답변 A · B · C → 주장 단위 수동 라벨 → 네 지표의 입력 → (선택) 로컬 E5 + 평가 LLM으로 실제 RAGAS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8-3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q05에 대한 세 답변: 무엇이 다를까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5156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q05  </a:t>
            </a:r>
            <a:r>
              <a:rPr sz="1300" b="1">
                <a:solidFill>
                  <a:srgbClr val="FFFFFF"/>
                </a:solidFill>
              </a:rPr>
              <a:t>출장 숙박 비용 한도와 필요한 증빙은?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73736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17373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25880" y="17373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숙박비는 1박당 12만원까지이며 숙박 영수증을 첨부해야 해요.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1737360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12280" y="1737360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8A70"/>
                </a:solidFill>
              </a:rPr>
              <a:t>정답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51460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8720" y="251460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25880" y="25146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숙박비는 1박당 30만원까지이며 숙박 영수증을 첨부해야 해요.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2514600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12280" y="2514600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금액 오류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291839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2918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3291839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325880" y="3291839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국내 출장 식비는 1일 3만원까지 영수증으로 정산해요.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3291839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12280" y="3291839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주제가 다름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22452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모델의 실제 출력이 아니라 평가 연습을 위해 작성한 답변이에요.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8-3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평가에는 실제로 전달한 Context를 써요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3258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hits = bm25(item["question"], current, k=3)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context, sources = build_context(hits)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retrieved_contexts = [r["text"] for r in hits]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14600"/>
            <a:ext cx="457200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58775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[('travel', 0), ('meal', 0)]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1051560"/>
            <a:ext cx="347472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49240" y="10515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[S1] travel@0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12만원입니다. 숙박 영수증을 첨부해야 정산할 수 있습니다.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2057400"/>
            <a:ext cx="347472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349240" y="205740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[S2] meal@0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식비는 1일 3만원까지 영수증으로 정산합니다. 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264408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main.py는 질문 · 참고 답변 · 실제 Context · 답변 A~C를 answer_review_08.json에 저장해요.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선택 실습의 RAGAS도 이 파일을 그대로 읽어요 → 수동 검토와 자동 평가가 같은 입력을 봐요.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8-3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주장 단위로 나눠 직접 라벨을 달아요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manual = {"A": [True, True],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"B": [False, True],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"C": [True]}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name, supported in manual.items():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print(name, sum(supported) / len(supported))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06040"/>
            <a:ext cx="420624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7919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STEP2 수동검토 비율 {'A': 1.0, 'B': 0.5, 'C': 1.0}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846320" y="1051560"/>
          <a:ext cx="384048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109728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답변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근거 일치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질문 요구 충족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 한도 ✓ · 증빙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한도 오류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둘 다 답하지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800600" y="2423160"/>
            <a:ext cx="393192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401568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근거에 맞다(Faithfulness)와 질문에 답한다(Relevancy)는 다른 축이에요.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한 숫자로 합치기 전에 두 축을 따로 읽어요.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8-3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RAGAS 네 지표: 무엇과 무엇을 비교하나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2194560"/>
                <a:gridCol w="18288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살펴보는 관계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입력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이 실습에서 볼 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Faithfulness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답변 주장 ↔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답변 ·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B의 30만원을 근거가 뒷받침하나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Answer Relevancy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답변 ↔ 사용자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질문 · 답변 · 임베딩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C가 숙박 질문에 관련된 답인가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Context Precision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검색 순서 ↔ 유용한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Context · 참고 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숙박 근거가 앞에 있나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Context Recall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참고 답변 사실 ↔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Context · 참고 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필요한 사실이 Context에 있나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363016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네 점수를 무조건 평균 내기보다, 낮아진 지표의 입력과 실제 답변을 함께 읽어요.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8-3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선택 실습: 로컬 E5 + 평가 LLM으로 실제 RAGAS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--with ragas==0.4.3 --with openai==2.54.0 \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--with langchain-community==0.3.31 run_ragas.py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configure_api.py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--env-file .env --with … run_ragas.py --execute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0604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79192"/>
            <a:ext cx="448056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"local_embedding_check": {"shape": [2, 384]}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"generation_requests": 0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"completed": false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94960" y="1051560"/>
          <a:ext cx="329184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100584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검수 기록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Faithful.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Relevancy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0.8705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0.8705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0.8570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394960" y="2743200"/>
            <a:ext cx="329184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577840" y="285292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Context Recall 1.0 · Precision ≈ 1.0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C는 Faithfulness 1.0인데 질문에 답하지 않았고, A와 B는 Relevancy가 같아요.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→ 정확성 판정을 지표 하나에 맡기면 안 되는 이유예요.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8-3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8-3. 단위가 바뀐 답변 D 라벨링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answers = json.loads(Path("answer_review_08.json").read_text(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encoding="utf-8"))["answers"]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answers["D"] = "숙박비는 1일당 12만원까지이며 숙박 영수증을 첨부해야 합니다."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D의 두 주장(금액·단위 / 증빙)을 원문과 비교해 True/False 라벨 목록 d_labels를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근거와 일치하는 주장의 비율을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d_labels = [False, True] → 0.5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원문은 1박당 12만원, D는 1일당 12만원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B(30만원)와 같은 0.5지만 틀린 이유가 달라요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8-3 RAGAS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8-3. 단위가 바뀐 답변 D 라벨링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answers = json.loads(Path("answer_review_08.json").read_text(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encoding="utf-8"))["answers"]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answers["D"] = "숙박비는 1일당 12만원까지이며 숙박 영수증을 첨부해야 합니다."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d_labels = [____, 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print(sum(d_labels) / len(d_labels))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d_labels = [False, True] → 0.5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원문은 1박당 12만원, D는 1일당 12만원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B(30만원)와 같은 0.5지만 틀린 이유가 달라요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8-4</a:t>
            </a:r>
            <a:r>
              <a:rPr b="1">
                <a:solidFill>
                  <a:srgbClr val="858793"/>
                </a:solidFill>
              </a:rPr>
              <a:t>   전후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오류 분류와 개선 전후 비교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통제 조건 고정 → dev에서 BM25 · Dense · Hybrid → 질문별 개선 · 악화 → 다음 변경 후보 → test로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8-4 전후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무엇을 바꾸고 무엇을 고정했는지 한 문장으로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617"/>
                </a:solidFill>
              </a:rPr>
              <a:t>고정 (통제 조건)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617"/>
                </a:solidFill>
              </a:rPr>
              <a:t>질문 dev 12 · test 8
80/20 청크 · 현행 필터
정답 golden.jsonl · k =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92040" y="109728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B062F"/>
                </a:solidFill>
              </a:rPr>
              <a:t>바꾼 것 하나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617"/>
                </a:solidFill>
              </a:rPr>
              <a:t>검색 방법
BM25 → Dense → Hybrid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154680"/>
            <a:ext cx="8229600" cy="10058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3246120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method in ["bm25", "dense", "hybrid"]: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search = lambda q, cat=None, m=method: retrieve(q, chunks, m, dense, k=3, category=cat)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reports[method] = evaluate(dev, search)        # m=method: 이번 반복의 방법을 고정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8-4 전후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dev 10개: Dense · Hybrid가 0.9 → 1.0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1148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754880" y="1051560"/>
            <a:ext cx="3931920" cy="1280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92040" y="1124712"/>
            <a:ext cx="365760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dev bm25 10 0.9 0.9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dev dense 10 1.0 1.0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dev hybrid 10 1.0 1.0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STEP2 dev wins ['q10'] losses []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q10 [] -&gt; ['education', 'meal', 'travel']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2468880"/>
            <a:ext cx="393192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7760" y="257860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생성 답변 정확도나 RAGAS 점수가 아니에요.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461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355848"/>
            <a:ext cx="78638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평균 상승 0.1 = q10 한 질문이에요.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문서 Recall 1.0이어도 답(수료증과 영수증)이 든 청크까지 들어왔는지는 본문을 읽어 따로 표시해요.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8-4 전후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다음 변경 후보를 이유와 함께 하나씩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2651760"/>
                <a:gridCol w="28346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관찰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다음에 시험할 변경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함께 볼 결과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BM25 q10 후보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질의 재작성 · 토큰 처리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education@60 회수와 무관한 후보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올바른 문서의 앞 청크만 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Parent 확장 · 인접 청크 추가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증빙 포함 여부와 Context 길이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후보는 있지만 순위가 낮음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재정렬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정답 청크 순위와 추가 처리 시간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2461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3355848"/>
            <a:ext cx="78638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세 변경을 한꺼번에 넣으면 어떤 변경이 효과를 냈는지 알 수 없어요.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하나씩 바꾸고 같은 dev로 다시 재요.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8-4 전후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고른 설정을 test에서 확인: 모두 1.0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57200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137160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(분모 6)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Hit@3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Recall@3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BM25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Dense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Hybrid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212080" y="1051560"/>
            <a:ext cx="347472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49240" y="112471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STEP2 test wins [] losses []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✗ dev의 개선이 test에서도 확인됐다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✗ 이 시스템의 검색 성공률은 100%다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8A70"/>
                </a:solidFill>
              </a:rPr>
              <a:t>✓ test 6개 질문의 근거 문서는 Top-3에 있었다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169164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394960" y="18013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설정은 dev로 고르고, test는 마지막에 한 번 기록만 해요.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8-4 전후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8-4. 저장된 비교에서 q10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saved = json.loads(Path("comparison_08.json").read_text(encoding="utf-8"))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dev / hybrid의 rows를 hybrid_rows에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q10 행을 찾아 retrieved_document_ids와 recall을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Hybrid q10 → ['education', 'meal', 'travel'] · Recall 1.0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BM25 q10 → [] · Recall 0.0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 Recall 1.0 ≠ 증빙 문장 확보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8-4 전후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8-4. 저장된 비교에서 q10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saved = json.loads(Path("comparison_08.json").read_text(encoding="utf-8"))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hybrid_rows = saved[____][____]["rows"]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q10 = next(r for r in hybrid_rows if r["question_id"] == "q10")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print(q10["retrieved_document_ids"], q10["recall"])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ch08\rag_ch08_04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Hybrid q10 → ['education', 'meal', 'travel'] · Recall 1.0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BM25 q10 → [] · Recall 0.0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 Recall 1.0 ≠ 증빙 문장 확보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결과물: 같은 기준으로 재고, 평균 아래를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8-1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Golden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q06 = 3만 · 12만 · 합산 금지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dev ∩ test = []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8-2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Hit ·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q06 k=1 → 1 / 0.5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평균 0.9 = q10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8-3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RAGAS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A 1.0 · B 0.5 · C 1.0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C는 질문 불일치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8-4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전후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Hybrid 0.9 → 1.0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test는 모두 1.0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오후 9장으로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q10은 문서 Recall 1.0인데 증빙 문장이 빠졌어요. 찾은 청크 주변의 문맥은 어떻게 가져올까요?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Parent-Child, Corrective/Agentic RAG, GraphRAG, Multimodal RAG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375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5일차 오전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/>
            </a:r>
            <a:endParaRPr lang="en-US" sz="3800" dirty="0"/>
          </a:p>
        </p:txBody>
      </p:sp>
      <p:sp>
        <p:nvSpPr>
          <p:cNvPr id="4" name="dlabel-376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오후 수업 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377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ch08/rag_ch08_03에서 run_ragas.py 준비 모드</a:t>
            </a:r>
            <a:endParaRPr lang="en-US" sz="1500" dirty="0"/>
          </a:p>
        </p:txBody>
      </p:sp>
      <p:sp>
        <p:nvSpPr>
          <p:cNvPr id="6" name="t-378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API 없이 로컬 E5 shape [2, 384] 확인</a:t>
            </a:r>
            <a:endParaRPr lang="en-US" sz="950" dirty="0"/>
          </a:p>
        </p:txBody>
      </p:sp>
      <p:sp>
        <p:nvSpPr>
          <p:cNvPr id="7" name="t-37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ch08/rag_ch08_04에서 Hybrid q10 본문 읽기</a:t>
            </a:r>
            <a:endParaRPr lang="en-US" sz="1500" dirty="0"/>
          </a:p>
        </p:txBody>
      </p:sp>
      <p:sp>
        <p:nvSpPr>
          <p:cNvPr id="8" name="t-380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Top-3 청크에 수료증과 영수증이 있는지 표시</a:t>
            </a:r>
            <a:endParaRPr lang="en-US" sz="950" dirty="0"/>
          </a:p>
        </p:txBody>
      </p:sp>
      <p:pic>
        <p:nvPicPr>
          <p:cNvPr id="9" name="ts-38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오전 · Private LLM Course</dc:title>
  <dc:subject>PptxGenJS Presentation</dc:subject>
  <dc:creator>김기인</dc:creator>
  <cp:lastModifiedBy>김기인</cp:lastModifiedBy>
  <cp:revision>1</cp:revision>
  <dcterms:created xsi:type="dcterms:W3CDTF">2026-10-05T08:57:24Z</dcterms:created>
  <dcterms:modified xsi:type="dcterms:W3CDTF">2026-10-05T08:57:24Z</dcterms:modified>
</cp:coreProperties>
</file>