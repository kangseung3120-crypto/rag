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8"/>
    <p:sldId id="331" r:id="rId7"/>
    <p:sldId id="332" r:id="rId6"/>
    <p:sldId id="333" r:id="rId5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7"/>
          </p14:sldIdLst>
        </p14:section>
        <p14:section name="7-1 BM25와 Dense 검색 비교" id="{5EC71001-0000-4000-8000-000000000002}">
          <p14:sldIdLst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7-2 Hybrid Search와 RRF" id="{5EC71002-0000-4000-8000-000000000003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7-3 Cross-Encoder Re-ranking" id="{5EC71003-0000-4000-8000-000000000004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7-4 Query Rewrite와 Multi-Query" id="{5EC71004-0000-4000-8000-000000000005}">
          <p14:sldIdLst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</p14:sldIdLst>
        </p14:section>
        <p14:section name="정리" id="{5EC71005-0000-4000-8000-000000000006}">
          <p14:sldIdLst>
            <p14:sldId id="333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999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"출장 숙박" BM25 점수</c:v>
                </c:pt>
              </c:strCache>
            </c:strRef>
          </c:tx>
          <c:spPr>
            <a:solidFill>
              <a:srgbClr val="FB062F"/>
            </a:solidFill>
          </c:spPr>
          <c:dPt>
            <c:idx val="1"/>
            <c:spPr>
              <a:solidFill>
                <a:srgbClr val="858793"/>
              </a:solidFill>
            </c:spPr>
          </c:dPt>
          <c:cat>
            <c:strRef>
              <c:f>Sheet1!$A$2:$A$3</c:f>
              <c:strCache>
                <c:ptCount val="2"/>
                <c:pt idx="0">
                  <c:v>travel@0</c:v>
                </c:pt>
                <c:pt idx="1">
                  <c:v>meal@0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5.8246</c:v>
                </c:pt>
                <c:pt idx="1">
                  <c:v>2.1357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토큰</c:v>
                </c:pt>
              </c:strCache>
            </c:strRef>
          </c:tx>
          <c:spPr>
            <a:solidFill>
              <a:srgbClr val="858793"/>
            </a:solidFill>
          </c:spPr>
          <c:cat>
            <c:strRef>
              <c:f>Sheet1!$A$2:$A$9</c:f>
              <c:strCache>
                <c:ptCount val="8"/>
                <c:pt idx="0">
                  <c:v>1 meal@60</c:v>
                </c:pt>
                <c:pt idx="1">
                  <c:v>2 meal@0</c:v>
                </c:pt>
                <c:pt idx="2">
                  <c:v>3 travel@0</c:v>
                </c:pt>
                <c:pt idx="3">
                  <c:v>4 meeting@60</c:v>
                </c:pt>
                <c:pt idx="4">
                  <c:v>5 travel@120</c:v>
                </c:pt>
                <c:pt idx="5">
                  <c:v>6 travel@60</c:v>
                </c:pt>
                <c:pt idx="6">
                  <c:v>7 vpn@60</c:v>
                </c:pt>
                <c:pt idx="7">
                  <c:v>8 leave@60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</c:v>
                </c:pt>
                <c:pt idx="1">
                  <c:v>70</c:v>
                </c:pt>
                <c:pt idx="2">
                  <c:v>66</c:v>
                </c:pt>
                <c:pt idx="3">
                  <c:v>46</c:v>
                </c:pt>
                <c:pt idx="4">
                  <c:v>42</c:v>
                </c:pt>
                <c:pt idx="5">
                  <c:v>67</c:v>
                </c:pt>
                <c:pt idx="6">
                  <c:v>58</c:v>
                </c:pt>
                <c:pt idx="7">
                  <c:v>65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9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6.0"/>
          <c:min val="0.0"/>
        </c:scaling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logit</c:v>
                </c:pt>
              </c:strCache>
            </c:strRef>
          </c:tx>
          <c:spPr>
            <a:solidFill>
              <a:srgbClr val="858793"/>
            </a:solidFill>
          </c:spPr>
          <c:dPt>
            <c:idx val="0"/>
            <c:spPr>
              <a:solidFill>
                <a:srgbClr val="FB062F"/>
              </a:solidFill>
            </c:spPr>
          </c:dPt>
          <c:dPt>
            <c:idx val="1"/>
            <c:spPr>
              <a:solidFill>
                <a:srgbClr val="FB062F"/>
              </a:solidFill>
            </c:spPr>
          </c:dPt>
          <c:dPt>
            <c:idx val="2"/>
            <c:spPr>
              <a:solidFill>
                <a:srgbClr val="FB062F"/>
              </a:solidFill>
            </c:spPr>
          </c:dPt>
          <c:cat>
            <c:strRef>
              <c:f>Sheet1!$A$2:$A$9</c:f>
              <c:strCache>
                <c:ptCount val="8"/>
                <c:pt idx="0">
                  <c:v>travel@0</c:v>
                </c:pt>
                <c:pt idx="1">
                  <c:v>meal@60</c:v>
                </c:pt>
                <c:pt idx="2">
                  <c:v>meal@0</c:v>
                </c:pt>
                <c:pt idx="3">
                  <c:v>travel@120</c:v>
                </c:pt>
                <c:pt idx="4">
                  <c:v>travel@60</c:v>
                </c:pt>
                <c:pt idx="5">
                  <c:v>leave@60</c:v>
                </c:pt>
                <c:pt idx="6">
                  <c:v>meeting@60</c:v>
                </c:pt>
                <c:pt idx="7">
                  <c:v>vpn@60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0.346</c:v>
                </c:pt>
                <c:pt idx="1">
                  <c:v>0.6454</c:v>
                </c:pt>
                <c:pt idx="2">
                  <c:v>0.8013</c:v>
                </c:pt>
                <c:pt idx="3">
                  <c:v>4.5397</c:v>
                </c:pt>
                <c:pt idx="4">
                  <c:v>4.9371</c:v>
                </c:pt>
                <c:pt idx="5">
                  <c:v>5.1237</c:v>
                </c:pt>
                <c:pt idx="6">
                  <c:v>6.1627</c:v>
                </c:pt>
                <c:pt idx="7">
                  <c:v>8.3309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9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7-1 → 7-2 → 7-3 → 7-4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오전 6장 끝: **검색 결과 있음 ≠ 답할 수 있음** → 오후에는 **검색 단계 자체**를 바꿔 봐요.</a:t>
            </a:r>
          </a:p>
          <a:p>
            <a:r>
              <a:t>자료는 그대로: **12개 규정, 80자 청크 · 20자 overlap, 28개 → 현행 24개**</a:t>
            </a:r>
          </a:p>
          <a:p>
            <a:r>
              <a:t>모델 답변은 생성하지 않아요. **검색 후보와 원문**만 관찰해요.</a:t>
            </a:r>
          </a:p>
          <a:p>
            <a:r>
              <a:t>7-2 · 7-3은 각 폴더의 **prepare.py**로 7-1과 같은 검색 결과 파일을 직접 만들어요.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청크 · 같은 질문에 **검색 방식만** 바꿔서 비교해요.</a:t>
            </a:r>
          </a:p>
          <a:p>
            <a:r>
              <a:t>**BM25** = 토큰의 빈도 · 희소성 · 길이 / **Dense** = 질문과 청크 벡터의 유사도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사람은 교육비 규정을 읽으면 된다고 바로 알아요.</a:t>
            </a:r>
          </a:p>
          <a:p>
            <a:r>
              <a:t>원문 표현: **교육비는 · 수강 완료 후 · 수료증과 영수증을 제출합니다**</a:t>
            </a:r>
          </a:p>
          <a:p>
            <a:r>
              <a:t>뜻은 이어지지만 **공백으로 나눈 토큰은 하나도 안 겹쳐요** → BM25는 빈 목록</a:t>
            </a:r>
          </a:p>
          <a:p>
            <a:r>
              <a:t>Dense는 벡터로 비교하니 **의미가 가까우면** 찾을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tokenize는 **공백 · 기호 기준**, 형태소 분석이 아니에요.</a:t>
            </a:r>
          </a:p>
          <a:p>
            <a:r>
              <a:t>영수증 → **[]**, 영수증을 → **education@60, travel@0**, 영수증으로 → **meal@0**</a:t>
            </a:r>
          </a:p>
          <a:p>
            <a:r>
              <a:t>세 단어 모두 원문에 있는 표현인데 **조사가 다르면 다른 토큰**</a:t>
            </a:r>
          </a:p>
          <a:p>
            <a:r>
              <a:t>형태소 분석 · 정규화를 더할 수 있지만 **원문은 덮어쓰지 않아요** — 답변 · 출처엔 실제 문장이 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**N** = 현행 청크 수 24, **df** = 그 토큰이 한 번이라도 나온 청크 수</a:t>
            </a:r>
          </a:p>
          <a:p>
            <a:r>
              <a:t>숙박은 **1개 청크(travel@0)** 에서만 일치 → df 1 → **IDF 2.8134**</a:t>
            </a:r>
          </a:p>
          <a:p>
            <a:r>
              <a:t>다른 청크의 **숙박비 · 숙박은**은 다른 토큰이라 df에 안 들어가요.</a:t>
            </a:r>
          </a:p>
          <a:p>
            <a:r>
              <a:t>한 청크에 여러 번 나와도 df는 **한 번만** 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rag_core.bm25는 **k1=1.5, b=0.75**</a:t>
            </a:r>
          </a:p>
          <a:p>
            <a:r>
              <a:t>**f(t,d)** 청크 안 빈도 — 늘수록 점수는 오르지만 **증가 폭이 줄어요** (k1)</a:t>
            </a:r>
          </a:p>
          <a:p>
            <a:r>
              <a:t>**|d| / avgdl** 길이 정규화 — 긴 청크는 단어가 우연히 많이 나오니까 (b)</a:t>
            </a:r>
          </a:p>
          <a:p>
            <a:r>
              <a:t>"출장 숙박" → **travel@0 5.8246, meal@0 2.1357** — 식비 규정에도 '출장'이 있어 후보가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**q05 · q06**: 두 검색기 모두 정답 근거를 상위에 — 토큰도 의미도 맞는 질문</a:t>
            </a:r>
          </a:p>
          <a:p>
            <a:r>
              <a:t>**q10**: BM25 **빈 목록**, Dense는 education을 찾음</a:t>
            </a:r>
          </a:p>
          <a:p>
            <a:r>
              <a:t>**q11**: 둘 다 결과 없음/엉뚱 — **자료에 답이 없어요.** Dense 1위 leave에도 매출 목표 없음</a:t>
            </a:r>
          </a:p>
          <a:p>
            <a:r>
              <a:t>BM25 8.37과 Dense 0.89는 **다른 계산값** — 숫자 크기로 성능 비교 금지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Dense 1위 **education@0** = 한도 · 신청 조건 (30만원, 팀장 승인)</a:t>
            </a:r>
          </a:p>
          <a:p>
            <a:r>
              <a:t>답(**수료증과 영수증**)은 **education@60**에 있어요 — Top-3엔 없고 **4위(0.8144)** 로 Top-6 안에 나와요.</a:t>
            </a:r>
          </a:p>
          <a:p>
            <a:r>
              <a:t>그래서 **document_id만 맞았다고 끝내면 안 돼요.** 청크 본문을 읽어요.</a:t>
            </a:r>
          </a:p>
          <a:p>
            <a:r>
              <a:t>→ 오늘 7-1 퀴즈가 바로 이걸 직접 확인하는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 **12개 질문**마다 BM25 상위 6 · Dense 상위 6을 저장해요.</a:t>
            </a:r>
          </a:p>
          <a:p>
            <a:r>
              <a:t>**정답 문서 ID는 검색 입력에 넣지 않아요** — golden은 질문과 비교 기준만</a:t>
            </a:r>
          </a:p>
          <a:p>
            <a:r>
              <a:t>DenseIndex는 **try / finally로 close** — 오류가 나도 연결은 닫혀요.</a:t>
            </a:r>
          </a:p>
          <a:p>
            <a:r>
              <a:t>7-2 · 7-3 폴더에는 **prepare.py**가 같은 파일을 만들어요. 복사할 필요 없어요.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Dense 상위 6개에서 교육 규정 청크만 골라 본문을 읽어요.</a:t>
            </a:r>
          </a:p>
          <a:p>
            <a:r>
              <a:t>question = next(g["question"] for g in golden if g["question_id"] == "q10")</a:t>
            </a:r>
          </a:p>
          <a:p>
            <a:r>
              <a:t>found = []</a:t>
            </a:r>
          </a:p>
          <a:p>
            <a:r>
              <a:t>for row in dense.search(question, k=6):</a:t>
            </a:r>
          </a:p>
          <a:p>
            <a:r>
              <a:t>    if row["document_id"] == "education":</a:t>
            </a:r>
          </a:p>
          <a:p>
            <a:r>
              <a:t>        found.append(row["start"])</a:t>
            </a:r>
          </a:p>
          <a:p>
            <a:r>
              <a:t>        print(row["start"], row["text"])</a:t>
            </a:r>
          </a:p>
          <a:p/>
          <a:p>
            <a:r>
              <a:t>생각해 보기: Dense 1위는 education 0인데 정답 서류는 education 60에 있어요. k=1로 검색했다면 답변이 어떻게 됐을지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"education"</a:t>
            </a:r>
          </a:p>
          <a:p/>
          <a:p>
            <a:r>
              <a:t>정답 파일: ch07\rag_ch07_01\q_solution.py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**Hybrid Search** = 서로 다른 검색 방식의 후보를 함께 쓰기</a:t>
            </a:r>
          </a:p>
          <a:p>
            <a:r>
              <a:t>**RRF** = 각 후보의 순위를 역수 점수로 바꿔서 더하기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q06은 **식비 한도 · 숙박비 한도 · 합산 여부** 세 가지 → meal과 travel을 함께 찾아야 해요.</a:t>
            </a:r>
          </a:p>
          <a:p>
            <a:r>
              <a:t>둘 다 1위는 **meal@60**(합산 금지 문장)</a:t>
            </a:r>
          </a:p>
          <a:p>
            <a:r>
              <a:t>2 · 3위는 **순서가 반대**: BM25 travel@0 → meal@0, Dense meal@0 → travel@0</a:t>
            </a:r>
          </a:p>
          <a:p>
            <a:r>
              <a:t>4위 아래로는 **겹치지 않는 후보**가 늘어요.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BM25 **8.3** + Dense **0.91** → 숫자 범위가 큰 BM25가 거의 전부를 결정해요.</a:t>
            </a:r>
          </a:p>
          <a:p>
            <a:r>
              <a:t>RRF: 각 검색기에서 **1 / (c + 순위)** 를 더해요. 순위는 **1부터**, c = **60**</a:t>
            </a:r>
          </a:p>
          <a:p>
            <a:r>
              <a:t>어떤 목록에 없는 청크는 그 검색기 몫을 **안 받아요.**</a:t>
            </a:r>
          </a:p>
          <a:p>
            <a:r>
              <a:t>c는 **순위별 점수 차이를 조절하는 상수** — 후보 60개를 뽑으라는 뜻이 아니에요.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meal@60 = **1/61 + 1/61 = 0.032787**</a:t>
            </a:r>
          </a:p>
          <a:p>
            <a:r>
              <a:t>meal@0 = 1/63 + 1/62, travel@0 = 1/62 + 1/63 → **둘 다 0.032002, 동점**</a:t>
            </a:r>
          </a:p>
          <a:p>
            <a:r>
              <a:t>한쪽에만 4위인 meeting@60 · travel@120 = **0.015625** — 두 목록에 다 나온 후보의 절반</a:t>
            </a:r>
          </a:p>
          <a:p>
            <a:r>
              <a:t>동점은 **chunk_id 순**으로 고정 → 실행할 때마다 순서가 안 바뀌어요.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**defaultdict(float)** 기본값 0.0 → 같은 청크의 기여도를 계속 더할 수 있어요.</a:t>
            </a:r>
          </a:p>
          <a:p>
            <a:r>
              <a:t>**contributions**에 (검색기, 순위, 값)을 남기면 **왜 올라왔는지** 설명할 수 있어요.</a:t>
            </a:r>
          </a:p>
          <a:p>
            <a:r>
              <a:t>**document_id로 합치면** meal@0(금액)과 meal@60(합산 금지)이 하나가 돼요 → chunk_id로 구분</a:t>
            </a:r>
          </a:p>
          <a:p>
            <a:r>
              <a:t>같은 목록 안에 중복 ID가 나오는 검색기라면 **목록 내부 중복부터** 제거해요.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검색기 후보 6개씩 → 중복 빼면 **합집합 9개**, 그중 **최종 3개**</a:t>
            </a:r>
          </a:p>
          <a:p>
            <a:r>
              <a:t>**후보 수** = 정답을 찾을 기회 / **최종 개수** = 생성 모델에 줄 정보량</a:t>
            </a:r>
          </a:p>
          <a:p>
            <a:r>
              <a:t>q06은 후보를 **2 · 4 · 6**으로 바꿔도 최종 Top-3이 **같아요** — 결과가 같았던 것도 기록</a:t>
            </a:r>
          </a:p>
          <a:p>
            <a:r>
              <a:t>구버전 필터는 **각 검색기에 똑같이** — 순위 결합만으로는 구버전을 걸러내지 못해요.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서로 다른 원문에서 한 청크씩 골라 문서 다양성을 확보해요.</a:t>
            </a:r>
          </a:p>
          <a:p>
            <a:r>
              <a:t>fused = reciprocal_rank_fusion(rankings, k=6)</a:t>
            </a:r>
          </a:p>
          <a:p>
            <a:r>
              <a:t>selected, seen_documents = [], set()</a:t>
            </a:r>
          </a:p>
          <a:p>
            <a:r>
              <a:t>for row in fused:</a:t>
            </a:r>
          </a:p>
          <a:p>
            <a:r>
              <a:t>    did = row["document_id"]</a:t>
            </a:r>
          </a:p>
          <a:p>
            <a:r>
              <a:t>    if did not in seen_documents:</a:t>
            </a:r>
          </a:p>
          <a:p>
            <a:r>
              <a:t>        selected.append(row)</a:t>
            </a:r>
          </a:p>
          <a:p>
            <a:r>
              <a:t>        seen_documents.add(did)</a:t>
            </a:r>
          </a:p>
          <a:p>
            <a:r>
              <a:t>    if len(selected) == 2: break</a:t>
            </a:r>
          </a:p>
          <a:p>
            <a:r>
              <a:t>print("문서 다양성 실습:", [(r["document_id"], r["start"]) for r in selected])</a:t>
            </a:r>
          </a:p>
          <a:p/>
          <a:p>
            <a:r>
              <a:t>생각해 보기: 원문마다 한 청크만 고르면 식비 금액(meal 0)이 빠져요. q06의 세 항목(식비 · 숙박비 · 합산 여부)을 모두 담으려면 몇 개를 어떻게 골라야 할지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seen_documents   ② did</a:t>
            </a:r>
          </a:p>
          <a:p/>
          <a:p>
            <a:r>
              <a:t>정답 파일: ch07\rag_ch07_02\q_solution.py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쉬는 시간 10분 · 다음은 7-3 Cross-Encoder Re-ranking (모델 다운로드가 있어요)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RRF가 모은 후보를 **질문과 한 쌍씩** 다시 읽어 순위를 매겨요.</a:t>
            </a:r>
          </a:p>
          <a:p>
            <a:r>
              <a:t>E5와 **다른 모델**을 내려받아요. 안 되면 **--skip-model**로 입력 쌍까지만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**Bi-Encoder(E5, Dense 검색)**: 질문 · 문서를 **각각** 벡터로 → 문서 벡터는 **미리 저장**</a:t>
            </a:r>
          </a:p>
          <a:p>
            <a:r>
              <a:t>**Cross-Encoder**: 질문과 청크를 **한 입력으로 함께** → 출력은 임베딩이 아니라 **쌍의 점수**</a:t>
            </a:r>
          </a:p>
          <a:p>
            <a:r>
              <a:t>질문이 바뀌면 **모든 쌍을 다시 계산** → 그래서 전체 문서가 아니라 **후보 몇 개에만** 써요.</a:t>
            </a:r>
          </a:p>
          <a:p>
            <a:r>
              <a:t>빠른 검색으로 후보를 넓게 → 느리지만 정밀한 재정렬로 순서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최종 답엔 3개만 넣어도 **재정렬엔 더 넓게** 8개를 줘요.</a:t>
            </a:r>
          </a:p>
          <a:p>
            <a:r>
              <a:t>쌍 = **(같은 질문, 서로 다른 본문)** — 후보 수만큼 점수를 계산해요.</a:t>
            </a:r>
          </a:p>
          <a:p>
            <a:r>
              <a:t>첫 쌍 meal@60은 **합산 여부엔 답하지만 금액은 없어요** — 한 청크가 모든 조건을 만족한다고 가정 금지</a:t>
            </a:r>
          </a:p>
          <a:p>
            <a:r>
              <a:t>**후보 8개에 없는 청크는 reranker가 찾아오지 못해요.**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모델: **cross-encoder/mmarco-mMiniLMv2-L12-H384-v1** (다국어, 첫 실행 때 다운로드)</a:t>
            </a:r>
          </a:p>
          <a:p>
            <a:r>
              <a:t>**activation_fn=torch.nn.Identity()** → 변환 전 원시 점수(**logit**). 음수도 정상, **확률 아님**</a:t>
            </a:r>
          </a:p>
          <a:p>
            <a:r>
              <a:t>sigmoid를 씌워도 범위만 바뀔 뿐 **보정된 확률은 아니에요.**</a:t>
            </a:r>
          </a:p>
          <a:p>
            <a:r>
              <a:t>쌍 토큰 수 **55 ~ 70** → 모두 **256 이내**. 80자 청크 ≠ 80토큰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새 1위 **travel@0 (-0.346)** ← 이전 3위, meal@60 **-0.6454** ← 1위, meal@0 **-0.8013** ← 2위</a:t>
            </a:r>
          </a:p>
          <a:p>
            <a:r>
              <a:t>4위부터는 **-4.5 아래**로 크게 떨어져요 — 무관한 후보와 간격이 벌어짐</a:t>
            </a:r>
          </a:p>
          <a:p>
            <a:r>
              <a:t>RRF Top-3 세 청크가 **그대로 유지**, 순서만 바뀜 → 이 질문에선 **새 근거가 추가된 건 아니에요.**</a:t>
            </a:r>
          </a:p>
          <a:p>
            <a:r>
              <a:t>점수는 **같은 질문의 후보끼리** 비교 — 다른 질문의 logit과 비교 금지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**values[i]는 candidates[i]의 점수** — 값만 정렬하면 어느 청크 점수인지 잃어요.</a:t>
            </a:r>
          </a:p>
          <a:p>
            <a:r>
              <a:t>그래서 **인덱스(range)를 정렬**하고, 동점은 chunk_id로</a:t>
            </a:r>
          </a:p>
          <a:p>
            <a:r>
              <a:t>이전 순위 **i+1**과 새 순위 **rank**를 같이 출력 · rerank_07.json에 저장</a:t>
            </a:r>
          </a:p>
          <a:p>
            <a:r>
              <a:t>제출: 원래 Top-3, 재정렬 Top-3, 빠진 사실, 모델명, 입력 한도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출장 후보를 제거하고 남은 후보만 다시 점수화해요.</a:t>
            </a:r>
          </a:p>
          <a:p>
            <a:r>
              <a:t>reduced = [row for row in candidates if row["document_id"] != "travel"]</a:t>
            </a:r>
          </a:p>
          <a:p>
            <a:r>
              <a:t>new_pairs = [(run["question"], row["text"]) for row in reduced]</a:t>
            </a:r>
          </a:p>
          <a:p>
            <a:r>
              <a:t>new_values = model.predict(new_pairs, batch_size=4, show_progress_bar=False)</a:t>
            </a:r>
          </a:p>
          <a:p>
            <a:r>
              <a:t>print("후보 제거 실습:", [row["document_id"] for row in reduced], len(new_values))</a:t>
            </a:r>
          </a:p>
          <a:p/>
          <a:p>
            <a:r>
              <a:t>생각해 보기: 재정렬 전 후보 수를 줄여 travel 0이 후보에서 빠진 경우를 떠올리고, 검색 단계와 재정렬 단계 중 어디를 고쳐야 할지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"travel"</a:t>
            </a:r>
          </a:p>
          <a:p/>
          <a:p>
            <a:r>
              <a:t>정답 파일: ch07\rag_ch07_03\q_solution.py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자료는 그대로, **검색 문장만** 바꿔요.</a:t>
            </a:r>
          </a:p>
          <a:p>
            <a:r>
              <a:t>기본 실행의 변형 문장은 **사람이 쓴 것**이에요. LLM이 만드는 건 rewrite.py 선택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**Query Rewrite**: 생략된 주제를 채우거나 검색에 맞게 **고쳐 쓰기** (1 → 1)</a:t>
            </a:r>
          </a:p>
          <a:p>
            <a:r>
              <a:t>**Multi-Query**: 같은 정보 요구를 **여러 표현으로 함께** 검색 (1 → 여러 개, 같은 뜻)</a:t>
            </a:r>
          </a:p>
          <a:p>
            <a:r>
              <a:t>**질문 분해**: 교육비 금액 / 교육비 증빙처럼 **다른 하위 질문**으로 나누기 — 오늘 하는 것 아님</a:t>
            </a:r>
          </a:p>
          <a:p>
            <a:r>
              <a:t>7-4 코드는 다시 쓴 표현을 **원질문과 함께** 검색 → 실제로는 **Multi-Query**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q10은 **교육비를 정산할 때 제출할 증빙**을 물어요 → 금액 · 지원 여부 질문으로 바꾸면 안 돼요.</a:t>
            </a:r>
          </a:p>
          <a:p>
            <a:r>
              <a:t>추가한 표현: **수강 완료 · 제출** — 원문에 쓰이는 용어를 찾아 넣었어요.</a:t>
            </a:r>
          </a:p>
          <a:p>
            <a:r>
              <a:t>**정답(수료증과 영수증)을 미리 넣지 않아요.** 넣으면 추측한 답에 맞는 문서만 찾게 돼요.</a:t>
            </a:r>
          </a:p>
          <a:p>
            <a:r>
              <a:t>"교육비 30만원을 받으려면?" → **확인 안 된 조건(금액)을 추가**한 나쁜 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원질문 → **빈 목록** (7-1과 같아요)</a:t>
            </a:r>
          </a:p>
          <a:p>
            <a:r>
              <a:t>변형 1 → **education@60**, education@0, **retention@120** — 정답 청크를 찾았어요.</a:t>
            </a:r>
          </a:p>
          <a:p>
            <a:r>
              <a:t>변형 2 → education@0, education@60</a:t>
            </a:r>
          </a:p>
          <a:p>
            <a:r>
              <a:t>**retention@120**(검색 색인 갱신 규정)은 '제출' 같은 표현이 겹친 **잡음** → 질문을 늘리면 정답과 잡음이 같이 늘어요.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청크가 두 문장에서 나와도 Context엔 **한 번만** → 텍스트 비교 대신 **chunk_id**</a:t>
            </a:r>
          </a:p>
          <a:p>
            <a:r>
              <a:t>**setdefault** = 처음 발견한 청크를 보존 → 합집합 **3개**</a:t>
            </a:r>
          </a:p>
          <a:p>
            <a:r>
              <a:t>이 순서는 **발견 순서일 뿐** 새 관련성 점수가 아니에요 → 7-2 RRF나 7-3 재정렬(**원질문 기준**)로</a:t>
            </a:r>
          </a:p>
          <a:p>
            <a:r>
              <a:t>변형 세 개가 같은 청크를 찾아도 **독립 근거 세 개가 아니에요.**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Ollama 모델에 **원질문 + 관련 대화**만 주고 **최대 두 문장의 JSON** 요청 (format = 스키마)</a:t>
            </a:r>
          </a:p>
          <a:p>
            <a:r>
              <a:t>파싱 실패 · 잘못된 타입이면 **원질문만** 사용, 원질문은 **항상 첫 번째**, 빈 문자열 · 중복 제거</a:t>
            </a:r>
          </a:p>
          <a:p>
            <a:r>
              <a:t>교안 gemma3:4b 기록: 변형 2개 중 **'수강 완료 후 교육비 정산 서류 문의' 하나만** 결과를 찾음</a:t>
            </a:r>
          </a:p>
          <a:p>
            <a:r>
              <a:t>형식 검사는 **뜻이 바뀌었는지 못 잡아요** — 새 숫자 · 없는 제도명 · 빠진 부정은 직접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dict.fromkeys는 처음 나온 순서를 유지하며 중복 질의를 제거해요.</a:t>
            </a:r>
          </a:p>
          <a:p>
            <a:r>
              <a:t>queries = [question, variants[1], variants[1], variants[2]]</a:t>
            </a:r>
          </a:p>
          <a:p>
            <a:r>
              <a:t>unique_queries = list(dict.fromkeys(queries))</a:t>
            </a:r>
          </a:p>
          <a:p>
            <a:r>
              <a:t>all_rows = []</a:t>
            </a:r>
          </a:p>
          <a:p>
            <a:r>
              <a:t>for query in unique_queries: all_rows.extend(bm25(query, current, k=3))</a:t>
            </a:r>
          </a:p>
          <a:p>
            <a:r>
              <a:t>print("검색 횟수:", len(unique_queries))</a:t>
            </a:r>
          </a:p>
          <a:p>
            <a:r>
              <a:t>print("반환 청크 수:", len(all_rows))</a:t>
            </a:r>
          </a:p>
          <a:p/>
          <a:p>
            <a:r>
              <a:t>생각해 보기: set(queries)로 중복을 제거하면 결과가 어떻게 달라질 수 있는지, 원질문을 항상 첫 번째로 두는 이유와 함께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list(dict.fromkeys(queries))</a:t>
            </a:r>
          </a:p>
          <a:p/>
          <a:p>
            <a:r>
              <a:t>정답 파일: ch07\rag_ch07_04\q_solution.py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7-1 **토큰화 실패 ≠ 자료 없음**, 문서 찾기 ≠ 답이 든 청크 찾기</a:t>
            </a:r>
          </a:p>
          <a:p>
            <a:r>
              <a:t>7-2 **점수 대신 순위**, chunk_id로 합치고 후보 수 · 최종 개수 따로</a:t>
            </a:r>
          </a:p>
          <a:p>
            <a:r>
              <a:t>7-3 **재정렬은 후보 안에서만** 순서를 바꿔요 — 없는 근거는 못 되살려요.</a:t>
            </a:r>
          </a:p>
          <a:p>
            <a:r>
              <a:t>7-4 **원질문은 유지**, 표현만 추가, 답변엔 원질문 → 8장에서 공통 질문으로 효과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수업 후에 직접 해 볼 것: ch07/rag_ch07_04에서 uv run rewrite.py / ch07/rag_ch07_03에서 후보 4개 · 8개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RAG · Private LLM Course · 4일차 오후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4일차 오후 · 4시간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보류만 하지 말고,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검색 자체를 개선하기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7-1  BM25와 Dense 검색 비교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토큰화, IDF, 문서 찾기 vs 답이 든 청크 찾기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7-2  Hybrid Search와 RRF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점수 대신 순위로, 1 / (60 + rank)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7-3  Cross-Encoder Re-ranking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질문-청크 쌍 점수, logit, 후보의 한계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7-4  Query Rewrite와 Multi-Query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의도는 유지, 표현만 추가, chunk_id로 합치기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흐름: 찾고 → 합치고 → 다시 매기고 → 바꾸기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BM25 · Dense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토큰 일치 vs 의미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7-1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50008" y="1965960"/>
            <a:ext cx="210312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78608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88336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RRF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두 순위를 합치기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7-2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71416" y="1965960"/>
            <a:ext cx="210311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700016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09744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Re-ranking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질문-청크 쌍 다시 매기기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7-3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92823" y="1965960"/>
            <a:ext cx="210313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21423" y="141732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931151" y="141732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Rewrite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검색 표현 바꾸기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1423" y="10972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7-4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2743200"/>
            <a:ext cx="822960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85800" y="2788920"/>
            <a:ext cx="77724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858793"/>
                </a:solidFill>
              </a:rPr>
              <a:t>오후에 계속 보는 질문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q05 </a:t>
            </a:r>
            <a:r>
              <a:rPr sz="1100" b="1">
                <a:solidFill>
                  <a:srgbClr val="141617"/>
                </a:solidFill>
              </a:rPr>
              <a:t>출장 숙박 비용 한도와 필요한 증빙은?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q06 </a:t>
            </a:r>
            <a:r>
              <a:rPr sz="1100" b="1">
                <a:solidFill>
                  <a:srgbClr val="141617"/>
                </a:solidFill>
              </a:rPr>
              <a:t>출장 식비와 숙박비의 한도는 각각 얼마이고 두 한도를 합쳐 쓸 수 있나요?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q10 </a:t>
            </a:r>
            <a:r>
              <a:rPr sz="1100" b="1">
                <a:solidFill>
                  <a:srgbClr val="141617"/>
                </a:solidFill>
              </a:rPr>
              <a:t>교육비 정산 증빙은 무엇인가요?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q11 </a:t>
            </a:r>
            <a:r>
              <a:rPr sz="1100" b="1">
                <a:solidFill>
                  <a:srgbClr val="141617"/>
                </a:solidFill>
              </a:rPr>
              <a:t>회사의 올해 매출 목표는 얼마인가요?  (자료에 답 없음)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표에서는 긴 chunk_id 대신 문서 ID@시작 위치(예: education@60)로 줄여 써요.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7-1</a:t>
            </a:r>
            <a:r>
              <a:rPr b="1">
                <a:solidFill>
                  <a:srgbClr val="858793"/>
                </a:solidFill>
              </a:rPr>
              <a:t>   BM25 vs Dense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BM25와 Dense 검색 비교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현행 24개 청크 → 토큰 확인(영수증 · 영수증을) → IDF 계산 → BM25 점수 → 같은 질문 Dense 검색 → search_runs_07.json 저장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7-1 BM25 vs Dense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"교육비 정산 증빙은?" — 원문엔 답이 있는데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9728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Q.  </a:t>
            </a:r>
            <a:r>
              <a:rPr sz="1500" b="1">
                <a:solidFill>
                  <a:srgbClr val="FFFFFF"/>
                </a:solidFill>
              </a:rPr>
              <a:t>교육비 정산 증빙은 무엇인가요?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질문 토큰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057400"/>
            <a:ext cx="932688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057400"/>
            <a:ext cx="93268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교육비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81328" y="2057400"/>
            <a:ext cx="932688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481328" y="2057400"/>
            <a:ext cx="93268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정산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05456" y="2057400"/>
            <a:ext cx="932688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505456" y="2057400"/>
            <a:ext cx="93268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증빙은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9584" y="2057400"/>
            <a:ext cx="932688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529584" y="2057400"/>
            <a:ext cx="93268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무엇인가요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606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원문 토큰 (education@60 일부)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880360"/>
            <a:ext cx="640080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28803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수강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2880360"/>
            <a:ext cx="640080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143000" y="28803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완료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0" y="2880360"/>
            <a:ext cx="640080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828800" y="28803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14600" y="2880360"/>
            <a:ext cx="640080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2514600" y="28803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수료증과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2880360"/>
            <a:ext cx="640080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200400" y="28803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영수증을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86200" y="2880360"/>
            <a:ext cx="640080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86200" y="28803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제출합니다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46320" y="1783080"/>
            <a:ext cx="3840480" cy="65836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983480" y="1783080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BM25  </a:t>
            </a:r>
            <a:r>
              <a:rPr sz="1050" b="0">
                <a:solidFill>
                  <a:srgbClr val="141617"/>
                </a:solidFill>
              </a:rPr>
              <a:t>겹치는 토큰 0개 → 결과 []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46320" y="2560320"/>
            <a:ext cx="3840480" cy="65836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983480" y="2560320"/>
            <a:ext cx="35661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</a:rPr>
              <a:t>Dense  </a:t>
            </a:r>
            <a:r>
              <a:rPr sz="1050" b="0">
                <a:solidFill>
                  <a:srgbClr val="141617"/>
                </a:solidFill>
              </a:rPr>
              <a:t>벡터 유사도 → education 청크 찾음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40080" y="3630168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자료가 없어서가 아니라, 있는 내용을 토큰 일치로 못 찾은 경우예요.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"검색 결과 없음"을 보면 먼저 이 둘을 구분해요.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7-1 BM25 vs Dense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조사 하나로 다른 토큰이 돼요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print(tokenize("영수증 영수증을 영수증으로"))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query in ["영수증", "영수증을", "영수증으로"]: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rows = bm25(query, current, k=3)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560320"/>
            <a:ext cx="4206240" cy="10058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633472"/>
            <a:ext cx="393192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['영수증', '영수증을', '영수증으로']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영수증 []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영수증을 [('education', 60), ('travel', 0)]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영수증으로 [('meal', 0)]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1097280"/>
            <a:ext cx="1280160" cy="64008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937760" y="109728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영수증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63640" y="1417319"/>
            <a:ext cx="32004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29400" y="109728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29400" y="109728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빈 목록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1920240"/>
            <a:ext cx="1280160" cy="640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937760" y="19202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영수증을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263640" y="2240280"/>
            <a:ext cx="32004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29400" y="192024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29400" y="192024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</a:rPr>
              <a:t>education@60 · travel@0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60" y="2743200"/>
            <a:ext cx="1280160" cy="640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937760" y="27432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영수증으로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263640" y="3063240"/>
            <a:ext cx="32004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629400" y="27432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629400" y="27432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</a:rPr>
              <a:t>meal@0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"영수증 검색이 비었다" ≠ "영수증 규정이 없다" — 토큰화가 만든 실패예요.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7-1 BM25 vs Dense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IDF: 드문 토큰일수록 큰 가중치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bags = [Counter(tokenize(c["text"])) for c in current]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 = len(bags)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df = sum("숙박" in bag for bag in bags)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idf = math.log(1 + (N - df + 0.5) / (df + 0.5))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51760"/>
            <a:ext cx="475488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72491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24 1 2.8134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1051560"/>
            <a:ext cx="3246120" cy="2057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577840" y="1097280"/>
            <a:ext cx="297180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IDF(t) = log(1 + (N − df + 0.5) / (df + 0.5))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N = 24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df(숙박) = 1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IDF = log(1 + 23.5 / 1.5) = 2.8134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7200" y="3291840"/>
          <a:ext cx="8229600" cy="12070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3657600"/>
                <a:gridCol w="25603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토큰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등장한 청크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df에 들어가나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숙박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travel@0 (본문에 두 번)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1번만 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숙박비 · 숙박은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meal@0 · meal@60 · travel@0 · travel@60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다른 토큰이라 안 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7-1 BM25 vs Dense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BM25 한 항: 빈도는 오르되 점점 덜, 긴 청크는 깎아서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score(q, d) = Σ  IDF(t) · f(t,d)·(k1+1) / ( f(t,d) + k1·(1 − b + b·|d|/avgdl) 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057400"/>
          <a:ext cx="420624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210312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기호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f(t,d)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청크 안 토큰 빈도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세어서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k1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빈도 포화 정도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길이 정규화 정도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0.75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|d| / avgdl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청크 길이 / 평균 길이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청크마다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4846320" y="2011680"/>
          <a:ext cx="3840480" cy="137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4846320" y="352044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0" y="3630168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meal@0은 숙박 한도가 아니라 식비 규정이에요. 점수 다음엔 본문을 읽어요.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7-1 BM25 vs Dense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네 질문, 두 검색기: 결과가 갈리는 지점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514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2651760"/>
                <a:gridCol w="3566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BM25 상위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Dense 상위 3 (점수)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q05 숙박 한도 · 증빙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travel@0 8.3718, meal@0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travel@0 0.8945, meal@0 0.875, meal@60 0.8444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q06 식비 · 숙박 · 합산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meal@60 8.3049, travel@0, meal@0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meal@60 0.9134, meal@0 0.8858, travel@0 0.8768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q10 교육비 증빙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[]  (빈 목록)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education@0 0.8398, meal@0 0.818, travel@60 0.815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q11 올해 매출 목표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[]  (빈 목록)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leave@0 0.7986, leave@60 0.7982, education@0 0.7842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2560320"/>
            <a:ext cx="8321040" cy="50292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3813048"/>
            <a:ext cx="7863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CPU로 E5를 실행한 기록이에요. 환경에 따라 마지막 소수점이나 동점 순서는 달라질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7-1 BM25 vs Dense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q10: 문서를 찾았다 ≠ 답이 든 청크를 찾았다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5577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education@0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41617"/>
                </a:solidFill>
              </a:rPr>
              <a:t>직무 교육비는 분기 1회, 1인당 30만원까지 지원합니다. 신청자는 과정 소개와 업무 연관성을 수강 전에 팀장에게 제출해 승인을 받아야 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09728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37960" y="1097280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Dense 1위 · 한도와 신청 조건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331720"/>
            <a:ext cx="585216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2377439"/>
            <a:ext cx="5577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education@60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41617"/>
                </a:solidFill>
              </a:rPr>
              <a:t>…장에게 제출해 승인을 받아야 합니다. 수강 완료 후 수료증과 영수증을 제출합니다. 개인 취미 강좌의 지원 여부는 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33172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 w="127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37960" y="2331720"/>
            <a:ext cx="21031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Dense 4위 (0.8144) · 정답 서류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76732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같은 문서라도 청크마다 담은 사실이 달라요. 답을 포함한 청크나 주변 문맥이 Context에 들어가야 해요.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7-1 BM25 vs Dense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다음 강의 입력: search_runs_07.json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23317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dense = DenseIndex(chunks)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runs = []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try: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item in golden[:12]: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q = item["question"]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runs.append({"question_id": item["question_id"],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 "question": q,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 "bm25": bm25(q, current, k=6),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 "dense": dense.search(q, k=6)})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finally: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dense.close()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109728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715000" y="109728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7-1  main.py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858793"/>
                </a:solidFill>
              </a:rPr>
              <a:t>직접 실행해서 만들어요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182880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715000" y="182880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7-2  prepare.py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858793"/>
                </a:solidFill>
              </a:rPr>
              <a:t>같은 파일을 폴더 안에서 생성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256032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715000" y="25603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7-3  prepare.py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858793"/>
                </a:solidFill>
              </a:rPr>
              <a:t>같은 파일을 폴더 안에서 생성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566160"/>
            <a:ext cx="493776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36576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cd ch07\rag_ch07_02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prepare.py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342900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760720" y="3538728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BM25와 Dense 점수는 척도가 달라요. 다음 강의에서는 점수 대신 순위를 써요.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7-1 BM25 vs Dense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7-1. BM25가 놓친 근거 직접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 = next(g["question"] for g in golden if g["question_id"] == "q10")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found =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dense.search로 상위 6개를 검색하고, 교육 규정 청크의 start를 found에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고른 청크의 start와 본문을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ch07\rag_ch07_01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BM25 결과: [] (정산 · 증빙은 토큰이 본문과 달라요)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Dense → education 0, 60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정답 서류(수료증과 영수증)는 start 60 청크에 있어요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7-1 BM25 vs Dense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7-1. BM25가 놓친 근거 직접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 = next(g["question"] for g in golden if g["question_id"] == "q10")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found =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row in dense.search(question, k=6):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row["document_id"] == ____: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found.append(row["start"])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print(row["start"], row["text"])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ch07\rag_ch07_01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BM25 결과: [] (정산 · 증빙은 토큰이 본문과 달라요)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Dense → education 0, 60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정답 서류(수료증과 영수증)는 start 60 청크에 있어요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7-2</a:t>
            </a:r>
            <a:r>
              <a:rPr b="1">
                <a:solidFill>
                  <a:srgbClr val="858793"/>
                </a:solidFill>
              </a:rPr>
              <a:t>   Hybrid · RRF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Hybrid Search와 RRF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q06의 두 순위 목록 → 점수 대신 순위 → 1 / (60 + rank) 합산 → chunk_id별 기여도 → 후보 수와 최종 개수 따로 바꾸기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7-2 Hybrid · RRF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q06: 두 검색기의 상위 6개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097280" y="1005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BM25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13258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13258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meal@60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17830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97280" y="17830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travel@0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22402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97280" y="22402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meal@0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26974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97280" y="26974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meeting@60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31546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97280" y="31546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vpn@60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36118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97280" y="36118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meeting@0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1005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Dense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0" y="13258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474720" y="13258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meal@60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17830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474720" y="17830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meal@0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74720" y="22402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474720" y="22402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travel@0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74720" y="26974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474720" y="26974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travel@120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31546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474720" y="31546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travel@60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74720" y="361188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474720" y="361188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leave@60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132588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58793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178308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58793"/>
                </a:solidFill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224028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58793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269748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58793"/>
                </a:solidFill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315468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58793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3611880"/>
            <a:ext cx="548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858793"/>
                </a:solidFill>
              </a:rPr>
              <a:t>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0" y="1325880"/>
            <a:ext cx="2651760" cy="26517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217920" y="1435607"/>
            <a:ext cx="2286000" cy="2468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빨간 칸 세 개가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식비 금액 (meal@0)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숙박 금액 (travel@0)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합산 금지 (meal@60)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— q06의 답에 필요한 청크예요.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질문: 출장 식비와 숙박비의 한도는 각각 얼마이고 두 한도를 합쳐 쓸 수 있나요?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7-2 Hybrid · RRF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점수를 더하면 안 되는 이유, 그래서 순위로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18872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BM25 meal@60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1234440"/>
            <a:ext cx="2194560" cy="347472"/>
          </a:xfrm>
          <a:prstGeom prst="roundRect">
            <a:avLst>
              <a:gd name="adj" fmla="val 300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160520" y="118872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8.3049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73736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Dense meal@60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1783080"/>
            <a:ext cx="237744" cy="347472"/>
          </a:xfrm>
          <a:prstGeom prst="roundRect">
            <a:avLst>
              <a:gd name="adj" fmla="val 3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03704" y="1737360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0.9134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2860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그대로 더하면 BM25가 거의 전부예요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10972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212080" y="109728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RRF(d) = Σ  1 / (c + rank_s(d))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E0E1E5"/>
                </a:solidFill>
              </a:rPr>
              <a:t>s: 검색기 · rank는 1부터 · c = 60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7200" y="2743200"/>
          <a:ext cx="8229600" cy="8229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1 / (60 + 순위)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0.016393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0.016129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0.015873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0.015625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0.015385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0.015152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RRF는 여러 검색기에서 상위에 나온 후보를 올려요. 두 검색기가 같은 무관한 청크를 높게 주면 그 청크도 올라가요.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7-2 Hybrid · RRF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직접 계산: 양쪽 1위, 그리고 2 · 3위 교차는 동점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4140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2743200"/>
                <a:gridCol w="2011680"/>
                <a:gridCol w="16459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청크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어디서 몇 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계산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RRF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meal@60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BM25 1위 + Dense 1위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1/61 + 1/61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0.032787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meal@0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BM25 3위 + Dense 2위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1/63 + 1/62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0.032002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travel@0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BM25 2위 + Dense 3위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1/62 + 1/63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0.032002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meeting@60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BM25 4위만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1/64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0.015625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travel@120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Dense 4위만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1/64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0.015625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1856231"/>
            <a:ext cx="8321040" cy="804672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7200" y="35204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동점 → chunk_id 순서로 고정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" y="3886200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order = sorted(scores, key=lambda cid: (-scores[cid], cid))   # 점수 내림차순, 동점은 chunk_id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7-2 Hybrid · RRF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chunk_id별로 기여도를 모아요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846320" cy="21488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57200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scores = defaultdict(float)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contributions = defaultdict(list)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name, rows in zip(["BM25", "Dense"], rankings):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rank, row in enumerate(rows, 1):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cid = row["chunk_id"]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value = 1 / (60 + rank)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scores[cid] += value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contributions[cid].append((name, rank, value))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410712"/>
            <a:ext cx="7955279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meal 60 [('BM25', 1, 0.016393), ('Dense', 1, 0.016393)] 0.032787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meal 0 [('BM25', 3, 0.015873), ('Dense', 2, 0.016129)] 0.032002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 0 [('BM25', 2, 0.016129), ('Dense', 3, 0.015873)] 0.032002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meeting 60 [('BM25', 4, 0.015625)] 0.015625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 120 [('Dense', 4, 0.015625)] 0.015625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10972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23560" y="10972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8A70"/>
                </a:solidFill>
              </a:rPr>
              <a:t>✓ chunk_id로 합치기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41617"/>
                </a:solidFill>
              </a:rPr>
              <a:t>meal@0 · meal@60 따로 유지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2148839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23560" y="2148839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B062F"/>
                </a:solidFill>
              </a:rPr>
              <a:t>✗ document_id로 합치기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41617"/>
                </a:solidFill>
              </a:rPr>
              <a:t>금액 청크와 합산 금지 청크가 하나로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7-2 Hybrid · RRF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후보 수와 최종 개수는 다른 설정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1887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candidate_k in [2, 4, 6]: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reciprocal_rank_fusion(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[rows[:candidate_k] for rows in rankings], k=3)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377440"/>
            <a:ext cx="457200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450592"/>
            <a:ext cx="4297680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각 검색기 후보 2 최종 [('meal', 60), ('meal', 0), ('travel', 0)]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각 검색기 후보 4 최종 [('meal', 60), ('meal', 0), ('travel', 0)]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각 검색기 후보 6 최종 [('meal', 60), ('meal', 0), ('travel', 0)]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1097280"/>
            <a:ext cx="100584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303520" y="1143000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</a:rPr>
              <a:t>6 + 6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17830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</a:rPr>
              <a:t>검색기별 후보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1097280"/>
            <a:ext cx="100584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46520" y="1143000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1617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17830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</a:rPr>
              <a:t>합집합 (중복 제외)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1097280"/>
            <a:ext cx="100584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1143000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B062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17830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</a:rPr>
              <a:t>최종 반환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303520" y="2514600"/>
          <a:ext cx="338328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80160"/>
                <a:gridCol w="21031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영향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후보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정답을 찾을 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최종 개수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모델에 줄 정보량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c = 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순위별 점수 차이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457200" y="347472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3584448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후보를 일찍 잘라 버리면 RRF가 필요한 청크를 되살릴 수 없어요. RRF는 입력된 후보를 합치고 순서만 정해요.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7-2 Hybrid · RRF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7-2. 원문마다 한 청크씩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fused = reciprocal_rank_fusion(rankings, k=6)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selected, seen_documents = [], set()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fused를 순서대로 보며 처음 보는 document_id의 청크만 selected에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2개를 고르면 멈추고 (document_id, start) 목록을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ch07\rag_ch07_02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문서 다양성 실습: meal 60, travel 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그냥 상위 2개: meal 60, meal 0 (숙박 금액 없음)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대신 meal 0(1일 3만원)이 빠져요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7-2 Hybrid · RRF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7-2. 원문마다 한 청크씩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fused = reciprocal_rank_fusion(rankings, k=6)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selected, seen_documents = [], set()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row in fused: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did = row["document_id"]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did not in ____: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selected.append(row)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seen_documents.add(____)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len(selected) == 2: break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print("문서 다양성 실습:", [(r["document_id"], r["start"]) for r in selected])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ch07\rag_ch07_02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문서 다양성 실습: meal 60, travel 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그냥 상위 2개: meal 60, meal 0 (숙박 금액 없음)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대신 meal 0(1일 3만원)이 빠져요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7-3 Cross-Encoder Re-ranking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7-3</a:t>
            </a:r>
            <a:r>
              <a:rPr b="1">
                <a:solidFill>
                  <a:srgbClr val="858793"/>
                </a:solidFill>
              </a:rPr>
              <a:t>   Re-ranking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Cross-Encoder Re-ranking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RRF 후보 8개 → 질문-청크 쌍 8개 → 다국어 Cross-Encoder → 쌍별 토큰 수 · logit → 새 순위와 이전 순위 → 후보에 없는 답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7-3 Re-ranking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Bi-Encoder와 Cross-Encoder: 따로 읽기 vs 함께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023360" cy="2514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Bi-Encoder (Dense 검색)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51560"/>
            <a:ext cx="4023360" cy="25146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</a:rPr>
              <a:t>Cross-Encoder (재정렬)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1600200"/>
            <a:ext cx="1463040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" y="16002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질문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1600200"/>
            <a:ext cx="1463040" cy="4114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514600" y="16002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청크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17320" y="2029968"/>
            <a:ext cx="0" cy="256032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5800" y="2304288"/>
            <a:ext cx="14630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5800" y="2304288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벡터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246120" y="2029968"/>
            <a:ext cx="0" cy="256032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514600" y="2304288"/>
            <a:ext cx="146304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514600" y="2304288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벡터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788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</a:rPr>
              <a:t>코사인 유사도 → 점수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31089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858793"/>
                </a:solidFill>
              </a:rPr>
              <a:t>문서 벡터는 미리 저장해 둬요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2040" y="1600200"/>
            <a:ext cx="3383280" cy="41148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892040" y="16002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[질문] + [청크]  한 입력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83680" y="2029968"/>
            <a:ext cx="0" cy="256032"/>
          </a:xfrm>
          <a:prstGeom prst="line">
            <a:avLst/>
          </a:prstGeom>
          <a:ln w="1905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669280" y="2304288"/>
            <a:ext cx="182880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669280" y="23042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모델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2040" y="27889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</a:rPr>
              <a:t>쌍 하나 → 관련성 점수 하나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31089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858793"/>
                </a:solidFill>
              </a:rPr>
              <a:t>질문이 바뀌면 다시 계산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457200" y="3749039"/>
          <a:ext cx="8229600" cy="8229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3200400"/>
                <a:gridCol w="320040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미리 계산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쓰는 범위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Bi-Encoder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문서 벡터 저장 가능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전체 청크 검색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Cross-Encoder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불가 (질문마다 쌍 계산)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검색된 후보 몇 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7-3 Re-ranking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RRF 후보 8개 → 질문-청크 쌍 8개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13258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candidates = reciprocal_rank_fusion(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[run["bm25"], run["dense"]], k=8)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pairs = [(run["question"], c["text"])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for c in candidates]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514600"/>
            <a:ext cx="475488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58775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STEP1 후보 8 점수화할 쌍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1005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RRF 후보 순서 (k=8)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1280160"/>
            <a:ext cx="1554480" cy="36576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40680" y="12801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1 meal@60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1280160"/>
            <a:ext cx="1554480" cy="36576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086600" y="12801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2 meal@0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1719072"/>
            <a:ext cx="1554480" cy="36576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440680" y="17190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3 travel@0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1719072"/>
            <a:ext cx="1554480" cy="365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086600" y="17190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4 meeting@60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40680" y="2157984"/>
            <a:ext cx="1554480" cy="365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440680" y="215798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5 travel@120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2157984"/>
            <a:ext cx="1554480" cy="365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086600" y="215798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6 travel@60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40680" y="2596896"/>
            <a:ext cx="1554480" cy="365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440680" y="259689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7 vpn@60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86600" y="2596896"/>
            <a:ext cx="1554480" cy="365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086600" y="259689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8 leave@60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0080" y="3200400"/>
            <a:ext cx="78638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B062F"/>
                </a:solidFill>
              </a:rPr>
              <a:t>첫 쌍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41617"/>
                </a:solidFill>
              </a:rPr>
              <a:t>질문: </a:t>
            </a:r>
            <a:r>
              <a:rPr sz="1050" b="0">
                <a:solidFill>
                  <a:srgbClr val="141617"/>
                </a:solidFill>
              </a:rPr>
              <a:t>출장 식비와 숙박비의 한도는 각각 얼마이고 두 한도를 합쳐 쓸 수 있나요?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41617"/>
                </a:solidFill>
              </a:rPr>
              <a:t>본문: </a:t>
            </a:r>
            <a:r>
              <a:rPr sz="1050" b="0">
                <a:solidFill>
                  <a:srgbClr val="141617"/>
                </a:solidFill>
              </a:rPr>
              <a:t>청구하지 않습니다. 식비와 숙박비 한도는 서로 다르며 남은 숙박비 한도를 식비에 합산하지 않습니다.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FB062F"/>
                </a:solidFill>
              </a:rPr>
              <a:t>→ 합산 여부는 있지만 식비 · 숙박비 금액은 없어요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7-3 Re-ranking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모델 준비: logit을 그대로, 입력은 256토큰까지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846320" cy="1920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model = CrossEncoder(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"cross-encoder/mmarco-mMiniLMv2-L12-H384-v1",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device="cpu", max_length=256,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activation_fn=torch.nn.Identity())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lengths = [len(model.tokenizer(q, t)["input_ids"])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for q, t in pairs]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values = model.predict(pairs, batch_size=4)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486400" y="1005840"/>
          <a:ext cx="320040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486400" y="3200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쌍별 토큰 수 (한도 256)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3154680"/>
          <a:ext cx="4846320" cy="13898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33832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max_length 256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질문 + 본문 + 특수 토큰 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Identity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원시 점수(logit) 그대로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batch_size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한 번에 처리할 쌍 수 (전체 쌍 수는 그대로)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486400" y="3566160"/>
            <a:ext cx="320040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669280" y="3675887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다운로드가 어려우면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uv run main.py --skip-model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7-3 Re-ranking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재정렬 결과: Top-3 구성은 같고 순서만 바뀌었어요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4206240" cy="31272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2960"/>
                <a:gridCol w="1463040"/>
                <a:gridCol w="731520"/>
                <a:gridCol w="11887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새 순위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청크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이전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logit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travel@0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-0.3460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meal@60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-0.6454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meal@0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-0.8013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travel@120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-4.5397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travel@60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-4.9371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leave@60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-5.1237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meeting@60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-6.1627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vpn@60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-8.3309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1399031"/>
            <a:ext cx="4297680" cy="1042416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4846320" y="1005840"/>
          <a:ext cx="38404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846320" y="3383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858793"/>
                </a:solidFill>
              </a:rPr>
              <a:t>막대 길이 = −logit (짧을수록 관련성 높음)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3703320"/>
            <a:ext cx="384048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0" y="3813048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순위가 바뀌어도 필요한 세 사실이 Top-3에 남았는지가 기준이에요.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7-3 Re-ranking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점수와 원래 후보를 끊지 않고 연결하기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5120640" cy="17373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order = sorted(range(len(values)),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key=lambda i: (-float(values[i]),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candidates[i]["chunk_id"]))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rank, i in enumerate(order, 1):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 = candidates[i]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print(rank, c["document_id"], c["start"],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"이전", i + 1, "logit", round(float(values[i]), 4))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26080"/>
            <a:ext cx="5120640" cy="8229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999232"/>
            <a:ext cx="48463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1 travel 0 이전 3 logit -0.346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2 meal 60 이전 1 logit -0.6454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3 meal 0 이전 2 logit -0.8013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760720" y="1051560"/>
          <a:ext cx="292608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25880"/>
                <a:gridCol w="1600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기록할 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확인할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이전 / 새 순위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올라가고 내려간 청크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문서 ID @ 위치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같은 문서의 다른 청크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후보 본문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금액 · 합산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토큰 · 후보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잘림과 연산량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995928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후보가 2 → 4 → 8개면 점수화할 쌍도 2 → 4 → 8개, 추론 시간도 그만큼 늘어요.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7-3 Re-ranking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7-3. 정답 후보를 빼고 재정렬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candidates에서 출장 규정 청크를 뺀 reduced를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(질문, 본문) 쌍으로 model.predict를 실행해 new_values를 만들고 결과를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ch07\rag_ch07_03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후보 제거 실습: meal, meal, meeting, vpn, leave · 5개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새 1위: meal 60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남은 후보 어디에도 1박당 12만원이 없어요 → 재정렬로 못 되살려요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7-3 Re-ranking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7-3. 정답 후보를 빼고 재정렬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reduced = [row for row in candidates if row["document_id"] != ____]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new_pairs = [(run["question"], row["text"]) for row in reduced]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new_values = model.predict(new_pairs, batch_size=4, show_progress_bar=False)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print("후보 제거 실습:", [row["document_id"] for row in reduced], len(new_values))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ch07\rag_ch07_03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후보 제거 실습: meal, meal, meeting, vpn, leave · 5개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새 1위: meal 60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남은 후보 어디에도 1박당 12만원이 없어요 → 재정렬로 못 되살려요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7-4</a:t>
            </a:r>
            <a:r>
              <a:rPr b="1">
                <a:solidFill>
                  <a:srgbClr val="858793"/>
                </a:solidFill>
              </a:rPr>
              <a:t>   Rewrite · Multi-Query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Query Rewrite와 Multi-Query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BM25가 비었던 q10 → 유지할 의도 정하기 → 검색 표현 두 개 추가 → 질문별 결과 → chunk_id 합집합 → 원질문으로 답변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7-4 Rewrite · Multi-Query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바꾸면 Rewrite, 늘리면 Multi-Query, 쪼개면 분해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2103120"/>
                <a:gridCol w="228600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Query Rewrite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Multi-Query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질문 분해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검색 문장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 → 1 (바꿈)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 → 여러 개 (같은 뜻)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 → 여러 개 (다른 뜻)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원질문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검색에선 대체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함께 검색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하위 질문으로 쪼갬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결과 처리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그대로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chunk_id로 합치기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하위 질문별 근거를 모음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206240" y="1051560"/>
            <a:ext cx="2286000" cy="18288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3218688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7-4에서 하는 것: 원질문은 그대로 두고, 검색에 맞게 다시 쓴 표현 두 개를 더해 세 문장으로 함께 검색해요.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최종 답변을 만들 때와 재정렬할 때는 사용자의 원질문을 써요.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7-4 Rewrite · Multi-Query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문장을 바꾸기 전에: 유지할 의도부터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5486400" cy="512064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051560"/>
            <a:ext cx="5212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교육비 정산 증빙은 무엇인가요?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1051560"/>
            <a:ext cx="2606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원질문 (항상 유지)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1673352"/>
            <a:ext cx="5486400" cy="512064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1673352"/>
            <a:ext cx="5212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교육비 지원 수강 완료 후 제출합니다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673352"/>
            <a:ext cx="2606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변형 1 · 사람이 작성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295144"/>
            <a:ext cx="5486400" cy="512064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2295144"/>
            <a:ext cx="5212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직무 교육비 정산 제출합니다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295144"/>
            <a:ext cx="2606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변형 2 · 사람이 작성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916936"/>
            <a:ext cx="5486400" cy="512064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2916936"/>
            <a:ext cx="5212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교육비 30만원을 받으려면?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916936"/>
            <a:ext cx="26060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✗ 금액을 넣어 의도가 바뀜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" y="372160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문서 용어를 찾아 넣기 ≠ 답을 추측해 넣기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수료증과 영수증은 질문에 넣지 않았는데도 찾을 수 있어야 해요.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7-4 Rewrite · Multi-Query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세 문장으로 각각 검색하면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0972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교육비 정산 증빙은 무엇인가요?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69080" y="1417319"/>
            <a:ext cx="32004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480560" y="10972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[]  빈 목록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874519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1874519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41617"/>
                </a:solidFill>
              </a:rPr>
              <a:t>교육비 지원 수강 완료 후 제출합니다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069080" y="2194560"/>
            <a:ext cx="32004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480560" y="1965960"/>
            <a:ext cx="1353312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480560" y="1965960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education@60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1965960"/>
            <a:ext cx="1353312" cy="457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897880" y="1965960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education@0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1965960"/>
            <a:ext cx="135331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15200" y="1965960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retention@120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2651760"/>
            <a:ext cx="3566160" cy="640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94360" y="2651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41617"/>
                </a:solidFill>
              </a:rPr>
              <a:t>직무 교육비 정산 제출합니다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069080" y="2971800"/>
            <a:ext cx="32004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480560" y="2743200"/>
            <a:ext cx="1353312" cy="457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80560" y="2743200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education@0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97880" y="2743200"/>
            <a:ext cx="1353312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897880" y="2743200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education@60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94360" y="3593592"/>
            <a:ext cx="7955279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교육비 정산 증빙은 무엇인가요? []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교육비 지원 수강 완료 후 제출합니다 [('education', 60), ('education', 0), ('retention', 120)]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직무 교육비 정산 제출합니다 [('education', 0), ('education', 60)]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7-4 Rewrite · Multi-Query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chunk_id로 합치기: 발견 순서 ≠ 관련도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union = {}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q in variants: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row in bm25(q, current, k=3):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union.setdefault(row["chunk_id"], row)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06040"/>
            <a:ext cx="4572000" cy="6400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679192"/>
            <a:ext cx="4297680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STEP2 합집합 3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[('education', 60), ('education', 0), ('retention', 120)]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212080" y="1051560"/>
          <a:ext cx="347472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1188720"/>
                <a:gridCol w="12801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중복 제거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도구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검색 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같은 검색 문장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dict.fromkeys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검색 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같은 청크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chunk_id + setdefault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212080" y="260604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2715768"/>
            <a:ext cx="310896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두 중복 제거는 대상이 달라요.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3538728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최종 답변 요청에는 원질문 q10을 전달해요.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변형 문장을 그대로 질문으로 쓰면 사용자가 묻지 않은 신청 절차나 지원 한도까지 답할 수 있어요.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7-4 Rewrite · Multi-Query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선택 실습 rewrite.py: LLM이 검색 표현을 만들면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1691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texts = [question]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item in generated[:2]: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isinstance(item, str):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clean = item.strip()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clean and clean not in texts: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texts.append(clean)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880360"/>
            <a:ext cx="475488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97180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$env:OLLAMA_MODEL = "gemma3:4b-it-q4_K_M"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rewrite.py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94960" y="1051560"/>
          <a:ext cx="3291840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10972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gemma3 생성 문장 (1회 기록)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BM25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교육비 정산 증빙은 무엇인가요? (원질문)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[]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수강 완료 후 교육비 정산 서류 문의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education@60 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교육비 정산 증빙 방법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[]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5394960" y="3154680"/>
            <a:ext cx="3291840" cy="4114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577840" y="326440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</a:rPr>
              <a:t>실행마다 달라질 수 있어요.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LLM 재작성은 질문마다 모델 호출이 한 번 더 들고, 검색도 문장 수만큼 늘어요. 효과가 있는지 다음 8장 평가로 확인해요.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7-4 Rewrite · Multi-Query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7-4. 같은 검색 문장은 한 번만 검색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queries = [question, variants[1], variants[1], variants[2]]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순서를 유지하며 중복을 제거한 unique_queries를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질의마다 bm25(query, current, k=3)를 실행해 all_rows에 이어 붙이고, 검색 횟수와 반환 청크 수를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ch07\rag_ch07_04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검색 횟수: 3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반환 청크 수: 5 (0 + 3 + 2)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chunk_id 중복 제거 후 3 → 질의 중복과 청크 중복은 따로 처리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7-4 Rewrite · Multi-Query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7-4. 같은 검색 문장은 한 번만 검색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queries = [question, variants[1], variants[1], variants[2]]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unique_queries = ____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all_rows =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query in unique_queries: all_rows.extend(bm25(query, current, k=3))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print("검색 횟수:", len(unique_queries))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print("반환 청크 수:", len(all_rows))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ch07\rag_ch07_04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검색 횟수: 3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반환 청크 수: 5 (0 + 3 + 2)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chunk_id 중복 제거 후 3 → 질의 중복과 청크 중복은 따로 처리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결과물: 같은 자료, 다른 검색 단계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7-1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BM25 · Dense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영수증 ≠ 영수증을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education@0 vs @60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7-2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RRF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1 / (60 + rank)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합집합 9 → 최종 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7-3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Re-ranking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질문-청크 쌍 8개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travel 제거 → 복구 불가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7-4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Rewrite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q10 [] → education@60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retention 잡음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다음 8장으로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q06 · q10에서는 좋아졌는데, 다른 질문에서도 좋아졌을까요? 한 질문의 개선이 전체 개선은 아니에요.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공통 평가 질문으로 BM25 · Dense · Hybrid · 재정렬 · 재작성을 비교해요.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43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4일차 오후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</p:txBody>
      </p:sp>
      <p:sp>
        <p:nvSpPr>
          <p:cNvPr id="4" name="dlabel-43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수업 후에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직접 해 볼 것</a:t>
            </a:r>
            <a:endParaRPr lang="en-US" sz="1200" dirty="0"/>
          </a:p>
        </p:txBody>
      </p:sp>
      <p:sp>
        <p:nvSpPr>
          <p:cNvPr id="5" name="t-433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ch07/rag_ch07_04에서 uv run rewrite.py</a:t>
            </a:r>
            <a:endParaRPr lang="en-US" sz="1500" dirty="0"/>
          </a:p>
        </p:txBody>
      </p:sp>
      <p:sp>
        <p:nvSpPr>
          <p:cNvPr id="6" name="t-434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Ollama가 만든 검색 표현과 BM25 결과를 교안 기록과 비교</a:t>
            </a:r>
            <a:endParaRPr lang="en-US" sz="950" dirty="0"/>
          </a:p>
        </p:txBody>
      </p:sp>
      <p:sp>
        <p:nvSpPr>
          <p:cNvPr id="7" name="t-435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ch07/rag_ch07_03에서 후보 4개 · 8개</a:t>
            </a:r>
            <a:endParaRPr lang="en-US" sz="1500" dirty="0"/>
          </a:p>
        </p:txBody>
      </p:sp>
      <p:sp>
        <p:nvSpPr>
          <p:cNvPr id="8" name="t-436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재정렬 Top-3와 추론 시간 비교, 필요한 세 사실이 남는지</a:t>
            </a:r>
            <a:endParaRPr lang="en-US" sz="950" dirty="0"/>
          </a:p>
        </p:txBody>
      </p:sp>
      <p:pic>
        <p:nvPicPr>
          <p:cNvPr id="9" name="ts-437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오후 · Private LLM Course</dc:title>
  <dc:subject>PptxGenJS Presentation</dc:subject>
  <dc:creator>김기인</dc:creator>
  <cp:lastModifiedBy>김기인</cp:lastModifiedBy>
  <cp:revision>1</cp:revision>
  <dcterms:created xsi:type="dcterms:W3CDTF">2026-10-05T09:03:12Z</dcterms:created>
  <dcterms:modified xsi:type="dcterms:W3CDTF">2026-10-05T09:03:12Z</dcterms:modified>
</cp:coreProperties>
</file>