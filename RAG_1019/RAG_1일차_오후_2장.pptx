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2" r:id="rId27"/>
    <p:sldId id="323" r:id="rId28"/>
    <p:sldId id="324" r:id="rId29"/>
    <p:sldId id="325" r:id="rId30"/>
    <p:sldId id="326" r:id="rId31"/>
    <p:sldId id="327" r:id="rId32"/>
    <p:sldId id="328" r:id="rId33"/>
    <p:sldId id="329" r:id="rId34"/>
    <p:sldId id="330" r:id="rId35"/>
    <p:sldId id="331" r:id="rId36"/>
    <p:sldId id="332" r:id="rId37"/>
    <p:sldId id="333" r:id="rId38"/>
    <p:sldId id="334" r:id="rId39"/>
    <p:sldId id="335" r:id="rId40"/>
    <p:sldId id="336" r:id="rId41"/>
    <p:sldId id="337" r:id="rId42"/>
    <p:sldId id="338" r:id="rId43"/>
    <p:sldId id="339" r:id="rId44"/>
    <p:sldId id="303" r:id="rId4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304"/>
            <p14:sldId id="305"/>
          </p14:sldIdLst>
        </p14:section>
        <p14:section name="2-1 문서 로딩과 Document 구조" id="{5EC71001-0000-4000-8000-000000000002}">
          <p14:sldIdLst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</p14:sldIdLst>
        </p14:section>
        <p14:section name="2-2 출처 추적을 위한 Metadata 설계" id="{5EC71002-0000-4000-8000-000000000003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</p14:sldIdLst>
        </p14:section>
        <p14:section name="2-3 중복 · 빈 본문 · Boilerplate 정제" id="{5EC71003-0000-4000-8000-000000000004}">
          <p14:sldIdLst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</p14:sldIdLst>
        </p14:section>
        <p14:section name="2-4 표준 JSONL 저장과 데이터 검수" id="{5EC71004-0000-4000-8000-000000000005}">
          <p14:sldIdLst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정리" id="{5EC71005-0000-4000-8000-000000000006}">
          <p14:sldIdLst>
            <p14:sldId id="339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192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45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2-1 → 2-2 → 2-3 → 2-4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# 빈 줄을 제외하고 예제 PDF의 첫 줄 제목과 마지막 줄 꼬리말을 분리해요.</a:t>
            </a:r>
          </a:p>
          <a:p>
            <a:r>
              <a:t># lines[1:-1]은 이 PDF의 구조를 확인한 뒤 쓰는 규칙이며 모든 PDF에 적용하는 규칙은 아니에요.</a:t>
            </a:r>
          </a:p>
          <a:p>
            <a:r>
              <a:t>lines = [line.strip() for line in page_text.splitlines() if line.strip()]</a:t>
            </a:r>
          </a:p>
          <a:p>
            <a:r>
              <a:t>body_lines = lines[1:-1]</a:t>
            </a:r>
          </a:p>
          <a:p>
            <a:r>
              <a:t>pdf_body = " ".join(body_lines)</a:t>
            </a:r>
          </a:p>
          <a:p>
            <a:r>
              <a:t>print("제목:", lines[0])</a:t>
            </a:r>
          </a:p>
          <a:p>
            <a:r>
              <a:t>print("첫 문장:", pdf_body.split(". ")[0])</a:t>
            </a:r>
          </a:p>
          <a:p>
            <a:r>
              <a:t>print("마지막 문장:", pdf_body.split(". ")[-1])</a:t>
            </a:r>
          </a:p>
          <a:p/>
          <a:p>
            <a:r>
              <a:t>생각해 보기: 모든 PDF에 lines[1:-1]을 적용해도 되는지, 원본 배치를 근거로 토론해 보세요.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1:-1   ② " "   ③ 0   ④ -1</a:t>
            </a:r>
          </a:p>
          <a:p/>
          <a:p>
            <a:r>
              <a:t>정답 파일: ch02\rag_ch02_01\q_solution.py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# 업무 범주와 현재 적용 상태를 모두 만족하는 문서만 선택해요.</a:t>
            </a:r>
          </a:p>
          <a:p>
            <a:r>
              <a:t># 같은 범주의 과거 문서를 제외한 뒤에도 원문 출처는 그대로 유지돼요.</a:t>
            </a:r>
          </a:p>
          <a:p>
            <a:r>
              <a:t>def choose_current(docs, category):</a:t>
            </a:r>
          </a:p>
          <a:p>
            <a:r>
              <a:t>    return [d for d in docs if d["metadata"]["category"] == category</a:t>
            </a:r>
          </a:p>
          <a:p>
            <a:r>
              <a:t>            and d["metadata"]["status"] == "current"]</a:t>
            </a:r>
          </a:p>
          <a:p/>
          <a:p>
            <a:r>
              <a:t>생각해 보기: travel-old가 빠지는 이유와 travel·meal이 함께 선택되는 이유를 필드 값으로 설명해 보세요.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"category"   ② "current"</a:t>
            </a:r>
          </a:p>
          <a:p/>
          <a:p>
            <a:r>
              <a:t>정답 파일: ch02\rag_ch02_02\q_solution.py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# 빈 줄과 지정한 꼬리말만 제거하며 남긴 줄과 제거한 줄을 함께 반환해요.</a:t>
            </a:r>
          </a:p>
          <a:p>
            <a:r>
              <a:t># 문장 내용을 임의로 요약하지 않아 정제 전후의 의미를 직접 대조할 수 있어요.</a:t>
            </a:r>
          </a:p>
          <a:p>
            <a:r>
              <a:t>def clean_lines(text, footer):</a:t>
            </a:r>
          </a:p>
          <a:p>
            <a:r>
              <a:t>    kept, removed = [], []</a:t>
            </a:r>
          </a:p>
          <a:p>
            <a:r>
              <a:t>    for line in text.splitlines():</a:t>
            </a:r>
          </a:p>
          <a:p>
            <a:r>
              <a:t>        value = re.sub(r"[ \t]+", " ", line).strip()</a:t>
            </a:r>
          </a:p>
          <a:p>
            <a:r>
              <a:t>        if not value or value == footer:</a:t>
            </a:r>
          </a:p>
          <a:p>
            <a:r>
              <a:t>            removed.append(line)</a:t>
            </a:r>
          </a:p>
          <a:p>
            <a:r>
              <a:t>        else:</a:t>
            </a:r>
          </a:p>
          <a:p>
            <a:r>
              <a:t>            kept.append(value)</a:t>
            </a:r>
          </a:p>
          <a:p>
            <a:r>
              <a:t>    return "\n".join(kept), removed</a:t>
            </a:r>
          </a:p>
          <a:p/>
          <a:p>
            <a:r>
              <a:t>생각해 보기: footer에 다른 문자열을 넘기면 어떤 줄이 유지되는지 비교해 보세요.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r"[ \t]+"   ② footer   ③ "\n"</a:t>
            </a:r>
          </a:p>
          <a:p/>
          <a:p>
            <a:r>
              <a:t>정답 파일: ch02\rag_ch02_03\q_solution.py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정답 코드 (교안 정답과 같아요)</a:t>
            </a:r>
          </a:p>
          <a:p/>
          <a:p>
            <a:r>
              <a:t># 파일을 한 줄씩 읽으면서 1부터 시작하는 줄 번호를 검사 함수에 전달해요.</a:t>
            </a:r>
          </a:p>
          <a:p>
            <a:r>
              <a:t># 문제가 있는 줄을 조용히 버리지 않고 inspect_line이 원인을 알리게 해요.</a:t>
            </a:r>
          </a:p>
          <a:p>
            <a:r>
              <a:t>def load_jsonl(path):</a:t>
            </a:r>
          </a:p>
          <a:p>
            <a:r>
              <a:t>    result = []</a:t>
            </a:r>
          </a:p>
          <a:p>
            <a:r>
              <a:t>    with Path(path).open(encoding="utf-8") as stream:</a:t>
            </a:r>
          </a:p>
          <a:p>
            <a:r>
              <a:t>        for number, line in enumerate(stream, 1):</a:t>
            </a:r>
          </a:p>
          <a:p>
            <a:r>
              <a:t>            result.append(inspect_line(line, number))</a:t>
            </a:r>
          </a:p>
          <a:p>
            <a:r>
              <a:t>    return result</a:t>
            </a:r>
          </a:p>
          <a:p/>
          <a:p>
            <a:r>
              <a:t>생각해 보기: 오류 행을 조용히 건너뛰지 않고 행 번호와 함께 멈추는 이유를 설명해 보세요.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빈칸 정답 (위에서부터)</a:t>
            </a:r>
          </a:p>
          <a:p>
            <a:r>
              <a:t>① "utf-8"   ② 1   ③ line</a:t>
            </a:r>
          </a:p>
          <a:p/>
          <a:p>
            <a:r>
              <a:t>정답 파일: ch02\rag_ch02_04\q_solution.py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오늘 실습 확인 점검할 것: ch02\rag_ch02_04\documents.jsonl / 1일차 8개 강의 uv run 완료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0"/>
          <p:cNvSpPr>
            <a:spLocks noGrp="1"/>
          </p:cNvSpPr>
          <p:nvPr>
            <p:ph type="title" idx="103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1일차 오후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r>
              <a:rPr lang="en-US" sz="1200" dirty="0">
                <a:solidFill>
                  <a:srgbClr val="858793"/>
                </a:solidFill>
              </a:rPr>
              <a:t>   Private LLM Course · 1일차 오후 · 4시간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검색할 수 있는 문서로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준비하는 데이터 품질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2-1  문서 로딩과 Document 구조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TXT · HTML · PDF를 같은 본문으로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2-2  출처 추적을 위한 Metadata 설계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버전 · 상태 · 출처 · 본문 해시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2-3  중복 · 빈 본문 · Boilerplate 정제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의미는 지키고 틀 문구만 덜어내기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2-4  표준 JSONL 저장과 데이터 검수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한 줄에 문서 하나, 줄 번호로 오류 찾기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오전에 받은 documents.json은 누가 만들었을까요?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31920" cy="10058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05156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858793"/>
                </a:solidFill>
              </a:rPr>
              <a:t>오전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617"/>
                </a:solidFill>
              </a:rPr>
              <a:t>깔끔한 documents.json을 받아서 검색부터 시작했어요.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1051560"/>
            <a:ext cx="393192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937760" y="1051560"/>
            <a:ext cx="3566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B062F"/>
                </a:solidFill>
              </a:rPr>
              <a:t>오후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617"/>
                </a:solidFill>
              </a:rPr>
              <a:t>원본 파일에서 그 documents를 직접 만들어요.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434840" y="1554480"/>
            <a:ext cx="27432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200" y="237744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66928" y="2377440"/>
            <a:ext cx="12893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raw/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travel.txt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travel.html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travel.pdf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984248" y="297180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148840" y="237744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58568" y="2377440"/>
            <a:ext cx="12893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2-1 로딩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형식별로 읽어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Document로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675887" y="297180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840480" y="237744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950208" y="2377440"/>
            <a:ext cx="12893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2-2 Metadata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버전 · 상태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출처 · 해시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367528" y="297180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532120" y="237744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641848" y="2377440"/>
            <a:ext cx="12893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2-3 정제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공백 · 틀 문구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중복 · 빈 본문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059168" y="297180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7223760" y="2377440"/>
            <a:ext cx="1508760" cy="11887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333488" y="2377440"/>
            <a:ext cx="12893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2-4 저장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documents.jsonl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줄 단위 검수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40080" y="395020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검색 품질은 검색 알고리즘보다 앞에서 정해지는 경우가 많아요. 본문이 깨지거나 구버전이 섞이면 BM25도 임베딩도 그대로 틀려요.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실습도 같은 rag_day1 환경이에요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23317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2148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rag_day1/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.venv/   # 오전에 만든 그대로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ch02/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rag_ch02_01/  raw/ 있음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rag_ch02_02/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rag_ch02_03/  raw/ 있음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rag_ch02_04/  documents.jsonl 생성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51560"/>
            <a:ext cx="4023360" cy="11430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0600" y="1143000"/>
            <a:ext cx="37490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ch02\rag_ch02_01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solution.py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23317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73168" y="2331720"/>
            <a:ext cx="17007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pypdf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2-1 · 2-3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PDF 텍스트 추출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60" y="2331720"/>
            <a:ext cx="19202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6288" y="2331720"/>
            <a:ext cx="17007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langchain-core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2-1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Document 구조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두 패키지 모두 오전의 uv sync로 이미 설치돼 있어요. 따로 uv add 하지 않아요.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solution.py는 from main import *로 main.py를 먼저 실행하므로, 기본 출력이 한 번 더 나오는 게 정상이에요.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2-1</a:t>
            </a:r>
            <a:r>
              <a:rPr b="1">
                <a:solidFill>
                  <a:srgbClr val="858793"/>
                </a:solidFill>
              </a:rPr>
              <a:t>  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문서 로딩과 Document 구조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같은 규정을 TXT · HTML · PDF로 읽고 → 결과 차이를 비교한 뒤 → Document(page_content, metadata)로 묶기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규정, 세 가지 파일 형식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travel.txt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48840" y="1435607"/>
            <a:ext cx="36576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560320" y="109728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560320" y="109728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read_text()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97680" y="109728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434840" y="109728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본문만 있어요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그대로 읽으면 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12280" y="1435607"/>
            <a:ext cx="274320" cy="685801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" y="1965960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1965960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travel.html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48840" y="2304288"/>
            <a:ext cx="36576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2560320" y="1965960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560320" y="1965960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HTMLParser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196596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434840" y="1965960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메뉴 · 제목 · 꼬리말 태그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&lt;p&gt; 안의 글만 모아요</a:t>
            </a:r>
          </a:p>
        </p:txBody>
      </p:sp>
      <p:cxnSp>
        <p:nvCxnSpPr>
          <p:cNvPr id="41" name="Connector 40"/>
          <p:cNvCxnSpPr/>
          <p:nvPr/>
        </p:nvCxnSpPr>
        <p:spPr>
          <a:xfrm flipV="1">
            <a:off x="6812280" y="2121408"/>
            <a:ext cx="274320" cy="18288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457200" y="2834639"/>
            <a:ext cx="1645920" cy="68580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2834639"/>
            <a:ext cx="16459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travel.pdf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2148840" y="3172968"/>
            <a:ext cx="36576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560320" y="2834639"/>
            <a:ext cx="1554480" cy="685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2560320" y="2834639"/>
            <a:ext cx="15544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pypdf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2834639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434840" y="2834639"/>
            <a:ext cx="22860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페이지 · 줄바꿈 · 꼬리말</a:t>
            </a:r>
          </a:p>
          <a:p>
            <a:pPr algn="l"/>
            <a:r>
              <a:rPr sz="1000" b="0">
                <a:solidFill>
                  <a:srgbClr val="858793"/>
                </a:solidFill>
              </a:rPr>
              <a:t>텍스트 계층을 추출해요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6812280" y="2121408"/>
            <a:ext cx="274320" cy="105156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7132320" y="1554480"/>
            <a:ext cx="155448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7242048" y="1554480"/>
            <a:ext cx="1335024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같은 본문?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travel의 content와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글자 단위 비교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documents.json의 travel은 비교 기준이에요. raw 폴더의 파일이 실제 로더 입력이에요.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결과: TXT와 HTML은 기준과 같고, PDF는 줄바꿈과 제목 · 꼬리말이 섞여 나와요.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HTML: &lt;p&gt; 안의 글만 모으는 파서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raw/travel.html 구조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25880"/>
            <a:ext cx="960120" cy="438912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" y="1325880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&lt;nav&gt;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08760" y="1325880"/>
            <a:ext cx="283464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600200" y="1325880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AI Campus · 홈 · 규정 목록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1892807"/>
            <a:ext cx="960120" cy="438912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57200" y="1892807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&lt;h1&gt;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508760" y="1892807"/>
            <a:ext cx="283464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600200" y="1892807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출장 숙박 정산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2459736"/>
            <a:ext cx="960120" cy="438912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2459736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&lt;p&gt;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08760" y="2459736"/>
            <a:ext cx="2834640" cy="438912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600200" y="2459736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</a:rPr>
              <a:t>국내 출장 숙박 비용 한도는 …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026663"/>
            <a:ext cx="960120" cy="438912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457200" y="3026663"/>
            <a:ext cx="9601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&lt;footer&gt;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08760" y="3026663"/>
            <a:ext cx="2834640" cy="43891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600200" y="3026663"/>
            <a:ext cx="26517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문의: 교육 운영팀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1188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빨간 태그만 검색 본문으로 남아요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1051560"/>
            <a:ext cx="4114800" cy="2377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709160" y="1143000"/>
            <a:ext cx="38404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class ParagraphParser(HTMLParser):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def handle_starttag(self, tag, attrs):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tag == "p": self.in_p = True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def handle_endtag(self, tag):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tag == "p": self.in_p = False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def handle_data(self, data):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self.in_p: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self.parts.append(data)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html_text = " ".join(parser.parts).strip()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&lt;p&gt;만 고르는 규칙은 이 예제용이에요. 실제 웹 문서는 본문 영역을 찾는 규칙을 파일 구조를 보고 따로 정해요.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PDF: 글자는 나오지만, 줄과 틀 문구가 섞여요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reader.pages[0].extract_text()  →  페이지 수: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258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7200" y="13258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1325880"/>
            <a:ext cx="653796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51560" y="13258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출장 숙박 정산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13258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제목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7830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17830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60120" y="1783080"/>
            <a:ext cx="6537960" cy="36576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51560" y="17830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국내 출장 숙박 비용 한도는 1박당 12만원입니다. 숙박 영수증을 첨부해야 정산할 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17830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본문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22402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457200" y="22402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" y="2240280"/>
            <a:ext cx="6537960" cy="36576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1051560" y="22402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있습니다. 한도 초과 숙박은 예약 전에 담당 임원의 서면 승인을 받아야 합니다. 승인 없이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22402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본문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6974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457200" y="26974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60120" y="2697480"/>
            <a:ext cx="6537960" cy="36576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5156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초과 지출한 금액은 자동 정산되지 않습니다. 이 규정은 교통비와 식비를 정하지 않습니다.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2697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본문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1546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457200" y="315468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0120" y="3154680"/>
            <a:ext cx="653796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51560" y="31546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교육용 가상 규정 · 2026-08-01 ·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31546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꼬리말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3749039"/>
            <a:ext cx="402336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566928" y="3749039"/>
            <a:ext cx="38039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줄 끝 ≠ 문장 끝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"정산할 수 / 있습니다"처럼 문장 중간에서 끊겨요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63440" y="3749039"/>
            <a:ext cx="402336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4773168" y="3749039"/>
            <a:ext cx="3803904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OCR이 아니에요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스캔 이미지 PDF는 같은 방법으로 본문이 안 나와요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제목과 꼬리말을 떼어 내면 기준 본문과 같아요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lines = [line.strip() for line in page_text.splitlines()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if line.strip()]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body_lines = lines[1:-1]      # 첫 줄 · 마지막 줄 제외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pdf_body = " ".join(body_lines)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print("원문과 같은 본문:", pdf_body == travel["content"])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45720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16352"/>
            <a:ext cx="429768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제목: 출장 숙박 정산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첫 문장: 국내 출장 숙박 비용 한도는 1박당 12만원입니다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원문과 같은 본문: 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051560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440680" y="105156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lines[0]</a:t>
            </a:r>
          </a:p>
          <a:p>
            <a:pPr algn="l"/>
            <a:r>
              <a:rPr sz="1000" b="0">
                <a:solidFill>
                  <a:srgbClr val="141617"/>
                </a:solidFill>
              </a:rPr>
              <a:t>제목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1755648"/>
            <a:ext cx="338328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440680" y="1755648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lines[1:-1]</a:t>
            </a:r>
          </a:p>
          <a:p>
            <a:pPr algn="l"/>
            <a:r>
              <a:rPr sz="1000" b="0">
                <a:solidFill>
                  <a:srgbClr val="141617"/>
                </a:solidFill>
              </a:rPr>
              <a:t>본문 3줄 → 공백으로 이어 붙이기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2962656"/>
            <a:ext cx="3383280" cy="5943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440680" y="2962656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lines[-1]</a:t>
            </a:r>
          </a:p>
          <a:p>
            <a:pPr algn="l"/>
            <a:r>
              <a:rPr sz="1000" b="0">
                <a:solidFill>
                  <a:srgbClr val="141617"/>
                </a:solidFill>
              </a:rPr>
              <a:t>꼬리말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lines[1:-1]은 이 PDF의 구조를 확인한 뒤 쓰는 규칙이에요. 제목이 두 줄인 PDF에 그대로 쓰면 제목 일부가 본문에 섞여요.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False가 나오면 첫 문장 · 마지막 문장 · 공백 · 줄 순서를 차례로 확인해요.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Document: 로더가 달라도 같은 모양으로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9050">
            <a:solidFill>
              <a:srgbClr val="E0E1E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430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Document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554480"/>
            <a:ext cx="384048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1554480"/>
            <a:ext cx="36576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page_content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국내 출장 숙박 비용 한도는 1박당 12만원… (검색할 본문)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2468880"/>
            <a:ext cx="384048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2514600"/>
            <a:ext cx="3657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metadata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58793"/>
                </a:solidFill>
              </a:rPr>
              <a:t>title · category · status · version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58793"/>
                </a:solidFill>
              </a:rPr>
              <a:t>published_at · source_url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FB062F"/>
                </a:solidFill>
              </a:rPr>
              <a:t>+ document_id: "travel"   + format: "html"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1051560"/>
            <a:ext cx="3749039" cy="1691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74920" y="1143000"/>
            <a:ext cx="3474720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loaded = Document(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page_content=html_text,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metadata={**travel["metadata"],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"document_id": travel["document_id"],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"format": "html"})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37760" y="2834640"/>
            <a:ext cx="3749039" cy="9601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074920" y="2907792"/>
            <a:ext cx="3474720" cy="8138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출장 숙박 정산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국내 출장 숙박 비용 한도는 1박당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12만원입니다. 숙박 영수증을 첨부해야 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977639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본문은 검색에, metadata는 필터 · 출처 표시 · 갱신 판단에 써요. 2-2에서 metadata를 자세히 봐요.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2-1. PDF 본문 복원하기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lines = [line.strip() for line in page_text.splitlines() if line.strip()]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제목과 하단 표기를 제외하세요.          -&gt; body_lines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본문 줄을 한 칸의 공백으로 연결하세요.   -&gt; pdf_body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첫 문장과 마지막 문장을 출력하세요.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첫 문장: 국내 출장 숙박 비용 한도는 1박당 12만원입니다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마지막 문장: 이 규정은 교통비와 식비를 정하지 않습니다.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원문과 같은 본문: True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2-1 문서 로딩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2-1. PDF 본문 복원하기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lines = [line.strip() for line in page_text.splitlines() if line.strip()]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제목과 하단 표기를 제외하세요.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body_lines = lines[____]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본문 줄을 한 칸의 공백으로 연결하세요.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pdf_body = ____.join(body_lines)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첫 문장과 마지막 문장을 출력하세요.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print("제목:", lines[0])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print("첫 문장:", pdf_body.split(". ")[____])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print("마지막 문장:", pdf_body.split(". ")[____])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첫 문장: 국내 출장 숙박 비용 한도는 1박당 12만원입니다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마지막 문장: 이 규정은 교통비와 식비를 정하지 않습니다.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원문과 같은 본문: True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2-2</a:t>
            </a:r>
            <a:r>
              <a:rPr b="1">
                <a:solidFill>
                  <a:srgbClr val="858793"/>
                </a:solidFill>
              </a:rPr>
              <a:t>  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출처 추적을 위한 Metadata 설계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버전 · 발행일 · 적용 상태로 최신 문서 판단 → 출처 표기 → 청크별 metadata 깊은 복사 → 본문 해시로 변경 감지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제목, 다른 버전: 무엇으로 구분할까요?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51560"/>
          <a:ext cx="8229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463040"/>
                <a:gridCol w="1005840"/>
                <a:gridCol w="1645920"/>
                <a:gridCol w="12801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document_id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version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published_at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source_url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v2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2026-08-01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current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…/rag40/travel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travel-old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v1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2025-01-01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retired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…/rag40/travel-old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606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008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필터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status · category로</a:t>
            </a:r>
          </a:p>
          <a:p>
            <a:pPr algn="l"/>
            <a:r>
              <a:rPr sz="1050" b="0">
                <a:solidFill>
                  <a:srgbClr val="141617"/>
                </a:solidFill>
              </a:rPr>
              <a:t>검색 후보 고르기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1-1 현행 필터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46120" y="2606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342900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출처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title · version · url로</a:t>
            </a:r>
          </a:p>
          <a:p>
            <a:pPr algn="l"/>
            <a:r>
              <a:rPr sz="1050" b="0">
                <a:solidFill>
                  <a:srgbClr val="141617"/>
                </a:solidFill>
              </a:rPr>
              <a:t>원문 찾아가기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답변의 인용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35040" y="2606040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0" y="2697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41617"/>
                </a:solidFill>
              </a:rPr>
              <a:t>갱신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310896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41617"/>
                </a:solidFill>
              </a:rPr>
              <a:t>본문 해시로</a:t>
            </a:r>
          </a:p>
          <a:p>
            <a:pPr algn="l"/>
            <a:r>
              <a:rPr sz="1050" b="0">
                <a:solidFill>
                  <a:srgbClr val="141617"/>
                </a:solidFill>
              </a:rPr>
              <a:t>바뀐 문서 찾기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61188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다시 색인할 대상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417880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발행일 하나만 보고 최신이라고 판단하지 않아요. 적용 상태(status)도 함께 확인해요.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출처 표기: 사용자가 원문으로 돌아갈 수 있게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3716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source_label(doc):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meta = doc["metadata"]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(f"{meta['title']} ({meta['version']})"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f" | {meta['source_url']}")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560320"/>
            <a:ext cx="822960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633472"/>
            <a:ext cx="7955279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출장 숙박 정산 (v2) | https://example.invalid/rag40/travel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출장 숙박 정산 구버전 (v1) | https://example.invalid/rag40/travel-old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1051560"/>
            <a:ext cx="13716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37760" y="1051560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title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10515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무슨 문서인지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1527048"/>
            <a:ext cx="13716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937760" y="152704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version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1527048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어느 판인지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0" y="2002536"/>
            <a:ext cx="1371600" cy="384048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937760" y="2002536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source_url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2002536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어디서 확인하는지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본문과 출처는 따로 보관해요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URL은 검색 점수를 높이려고 넣는 값이 아니에요. 본문에 섞지 않고 metadata에 두어 출처 추적에만 써요.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1-3의 S1 · S2 라벨이 이 출처 표기와 연결돼요: 답변 → [S1] → travel → 원문 URL.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청크마다 metadata를 깊게 복사하는 이유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737360"/>
            <a:ext cx="2194560" cy="11887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737360"/>
            <a:ext cx="1975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141617"/>
                </a:solidFill>
              </a:rPr>
              <a:t>travel["metadata"]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원문 metadata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section 없음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2697480" y="1508760"/>
            <a:ext cx="548640" cy="82296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697480" y="109728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deepcopy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91840" y="105156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429000" y="105156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left</a:t>
            </a:r>
          </a:p>
          <a:p>
            <a:pPr algn="l"/>
            <a:r>
              <a:rPr sz="1000" b="0">
                <a:solidFill>
                  <a:srgbClr val="141617"/>
                </a:solidFill>
              </a:rPr>
              <a:t>title: 출장 숙박 정산</a:t>
            </a:r>
          </a:p>
          <a:p>
            <a:pPr algn="l"/>
            <a:r>
              <a:rPr sz="1000" b="1">
                <a:solidFill>
                  <a:srgbClr val="141617"/>
                </a:solidFill>
              </a:rPr>
              <a:t>section: 숙박 한도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697480" y="2331720"/>
            <a:ext cx="548640" cy="64008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697480" y="306324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deepcopy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1840" y="251460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429000" y="2514600"/>
            <a:ext cx="23774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right</a:t>
            </a:r>
          </a:p>
          <a:p>
            <a:pPr algn="l"/>
            <a:r>
              <a:rPr sz="1000" b="0">
                <a:solidFill>
                  <a:srgbClr val="141617"/>
                </a:solidFill>
              </a:rPr>
              <a:t>title: 출장 숙박 정산</a:t>
            </a:r>
          </a:p>
          <a:p>
            <a:pPr algn="l"/>
            <a:r>
              <a:rPr sz="1000" b="1">
                <a:solidFill>
                  <a:srgbClr val="141617"/>
                </a:solidFill>
              </a:rPr>
              <a:t>section: 한도 초과 승인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1051560"/>
            <a:ext cx="256032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63640" y="1124712"/>
            <a:ext cx="2286000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출장 숙박 정산 -&gt; 숙박 한도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출장 숙박 정산 -&gt; 한도 초과 승인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원문 section: None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26480" y="2103120"/>
            <a:ext cx="256032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63640" y="2148840"/>
            <a:ext cx="228600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41617"/>
                </a:solidFill>
              </a:rPr>
              <a:t>얕은 복사였다면?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858793"/>
                </a:solidFill>
              </a:rPr>
              <a:t>dict(meta)는 바깥만 새로 만들어요. 안쪽 list · dict는 원문과 같이 써서, 한 청크의 수정이 원문으로 번져요.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767328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3장에서 문서를 청크로 나누면 청크마다 section · chunk_id 같은 값을 따로 붙여요.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원본 metadata를 공유하면 마지막에 붙인 값이 모든 청크에 덮어써져요.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본문 해시: 바뀐 문서를 찾는 지문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content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UTF-8 바이트로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084832" y="1527048"/>
            <a:ext cx="1828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86000" y="109728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95728" y="1097280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sha256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해시 계산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13632" y="1527048"/>
            <a:ext cx="1828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0" y="1097280"/>
            <a:ext cx="160020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24528" y="1097280"/>
            <a:ext cx="1380744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앞 12자리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수업용 축약 표시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1097280"/>
            <a:ext cx="274320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080760" y="1170432"/>
            <a:ext cx="246888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    46fb3976b5b2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travel-old 5d10631a88a2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733288" y="1527048"/>
            <a:ext cx="1828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다음에 다시 계산했을 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56032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25603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해시가 같아요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2880360" y="2807208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3246120" y="256032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83280" y="256032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141617"/>
                </a:solidFill>
              </a:rPr>
              <a:t>본문 그대로 → 다시 색인하지 않아도 돼요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3200400"/>
            <a:ext cx="2377440" cy="50292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57200" y="32004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해시가 달라졌어요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880360" y="3447288"/>
            <a:ext cx="32004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246120" y="3200400"/>
            <a:ext cx="5440680" cy="5029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383280" y="3200400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>
                <a:solidFill>
                  <a:srgbClr val="FB062F"/>
                </a:solidFill>
              </a:rPr>
              <a:t>본문 변경 → 그 문서만 다시 청킹 · 색인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해시는 본문만으로 계산해요. 그래서 status만 바뀌면 해시는 그대로예요. 12자리 축약값은 문서 ID를 대신하지 않아요.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추가 실습: 범주와 상태로 함께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5544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choose_current(docs, category):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[d for d in docs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if d["metadata"]["category"] == category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and d["metadata"]["status"] == "current"]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475488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816352"/>
            <a:ext cx="448056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 출장 숙박 정산 (v2) | …/rag40/travel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meal 출장 식비 정산 (v2) | …/rag40/meal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1051560"/>
            <a:ext cx="3200400" cy="2560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669280" y="1143000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category == "출장"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1554480"/>
            <a:ext cx="2834640" cy="50292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806440" y="15544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</a:t>
            </a:r>
            <a:r>
              <a:rPr sz="1000" b="0">
                <a:solidFill>
                  <a:srgbClr val="858793"/>
                </a:solidFill>
              </a:rPr>
              <a:t>   current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55448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0" y="2194560"/>
            <a:ext cx="283464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806440" y="21945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travel-old</a:t>
            </a:r>
            <a:r>
              <a:rPr sz="1000" b="0">
                <a:solidFill>
                  <a:srgbClr val="858793"/>
                </a:solidFill>
              </a:rPr>
              <a:t>   retired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2194560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858793"/>
                </a:solidFill>
              </a:rPr>
              <a:t>✗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2834639"/>
            <a:ext cx="2834640" cy="50292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806440" y="2834639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</a:t>
            </a:r>
            <a:r>
              <a:rPr sz="1000" b="0">
                <a:solidFill>
                  <a:srgbClr val="858793"/>
                </a:solidFill>
              </a:rPr>
              <a:t>   current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55279" y="2834639"/>
            <a:ext cx="457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FB062F"/>
                </a:solidFill>
              </a:rPr>
              <a:t>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9476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904488"/>
            <a:ext cx="7863840" cy="5943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구버전을 걸러 낸 뒤에도 남은 문서의 출처 표기는 그대로 유지돼요.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2-2. 현행 출장 문서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choose_current(docs, category):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category와 status를 모두 확인하세요.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조건에 맞는 원래 문서 객체들을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"출장" → travel, meal  (travel-old는 retired라 제외)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"교육" → education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dict가 아니라 원래 문서 객체를 반환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2-2 Metadata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2-2. 현행 출장 문서 고르기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choose_current(docs, category):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category와 status를 모두 확인하세요.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조건에 맞는 원래 문서 객체들을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[d for d in docs if d["metadata"][____] == category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and d["metadata"]["status"] == ____]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"출장" → travel, meal  (travel-old는 retired라 제외)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"교육" → education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dict가 아니라 원래 문서 객체를 반환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2-3 중복 · 빈 본문 · Boilerplate 정제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2-3</a:t>
            </a:r>
            <a:r>
              <a:rPr b="1">
                <a:solidFill>
                  <a:srgbClr val="858793"/>
                </a:solidFill>
              </a:rPr>
              <a:t>  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중복 · 빈 본문 · Boilerplate 정제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공백 정규화 → 틀 문구(Boilerplate) 제외 → 버전을 지키는 중복 제거 → 빈 본문 검사. 의미는 바꾸지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정제는 덜어내는 일이지, 고쳐 쓰는 일이 아니에요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097280"/>
            <a:ext cx="16550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공백 · 탭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연속 공백을 한 칸으로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NFC로 한글 표현 통일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10972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70048" y="1097280"/>
            <a:ext cx="16550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Boilerplate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메뉴 · 제목 줄 · 꼬리말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같은 틀 문구 제외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73168" y="1097280"/>
            <a:ext cx="16550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중복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버전 · 범주 · 본문 해시가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모두 같은 문서만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66559" y="1097280"/>
            <a:ext cx="1874519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6288" y="1097280"/>
            <a:ext cx="1655063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빈 본문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strip 후 빈 문자열이면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제외하고 원인 기록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697480"/>
            <a:ext cx="82296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5800" y="2697480"/>
            <a:ext cx="77724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FB062F"/>
                </a:solidFill>
              </a:rPr>
              <a:t>하지 않는 것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부정어 · 금액 · 조건은 바꾸지 않아요. "정산되지 않습니다" → "정산됩니다"면 규정이 반대가 돼요.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제외한 것은 항상 기록으로 남겨요 (excluded · rejected · removed).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그래야 필요한 규정을 실수로 지우지 않았는지 사람이 다시 확인할 수 있어요.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공백 정규화: 보이지 않는 차이를 repr로 확인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7955279" cy="5943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cleaned = re.sub(r"[ \t]+", " ", unicodedata.normalize("NFC", noisy)).strip()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01168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201168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정제 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83080" y="2011680"/>
            <a:ext cx="690372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920240" y="2084832"/>
            <a:ext cx="662940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'  국내  출장  숙박  비용  한도는  1박당  12만원입니다.\t'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743200"/>
            <a:ext cx="1188720" cy="548640"/>
          </a:xfrm>
          <a:prstGeom prst="roundRect">
            <a:avLst>
              <a:gd name="adj" fmla="val 10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43200"/>
            <a:ext cx="1188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정제 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783080" y="2743200"/>
            <a:ext cx="690372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920240" y="2816352"/>
            <a:ext cx="662940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'국내 출장 숙박 비용 한도는 1박당 12만원입니다.'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66928" y="352044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공백 · 탭만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공백과 탭이 이어진 곳만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한 칸으로. 줄바꿈은 그대로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4612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355848" y="352044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NFC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같은 한글이 다른 코드로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저장된 경우를 하나로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3520440"/>
            <a:ext cx="260604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144768" y="3520440"/>
            <a:ext cx="238658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repr()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탭 · 양끝 공백처럼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안 보이는 글자를 확인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Boilerplate: 문서마다 반복되는 틀 문구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457200" y="1024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HTML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13258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943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&lt;nav&gt; AI Campus · 홈 · 규정 목록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17830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94360" y="17830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&lt;h1&gt; 출장 숙박 정산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2402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" y="22402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&lt;p&gt; 국내 출장 숙박 비용 한도는 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6974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94360" y="26974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&lt;footer&gt; 문의: 교육 운영팀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54880" y="102412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0" y="13258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9204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  출장 숙박 정산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17830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892040" y="17830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1~3  국내 출장 숙박 비용 한도는 …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0" y="2240280"/>
            <a:ext cx="3931920" cy="36576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92040" y="22402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4  교육용 가상 규정 · 2026-08-01 ·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24612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329184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41617"/>
                </a:solidFill>
              </a:rPr>
              <a:t>왜 빼나요?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모든 문서에 똑같이 들어 있어 검색 점수를 흐리고, 청크와 토큰 예산을 차지해요.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754880" y="3246120"/>
            <a:ext cx="3931920" cy="13258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937760" y="329184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B062F"/>
                </a:solidFill>
              </a:rPr>
              <a:t>쓸모 있는 값은 metadata로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141617"/>
                </a:solidFill>
              </a:rPr>
              <a:t>제목 → title,  날짜 → published_at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본문에서는 빼도 정보는 잃지 않아요.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54880" y="2743200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lines[1:-1]은 이 PDF 구조에만 맞춘 처리예요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중복 제거: 버전이 다르면 지우지 않아요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926080" cy="91440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29260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key = (</a:t>
            </a:r>
            <a:r>
              <a:rPr sz="11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version</a:t>
            </a: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1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category</a:t>
            </a: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,</a:t>
            </a:r>
          </a:p>
          <a:p>
            <a:pPr algn="ctr"/>
            <a:r>
              <a:rPr sz="1100" b="1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       sha256(content))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767328" y="109728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13개 입력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12개 + travel 복사본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84648" y="155448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534924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58968" y="109728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seen에 있으면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excluded에 기록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76288" y="155448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040880" y="109728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150608" y="109728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12개 유지</a:t>
            </a:r>
          </a:p>
          <a:p>
            <a:pPr algn="ctr"/>
            <a:r>
              <a:rPr sz="900" b="0">
                <a:solidFill>
                  <a:srgbClr val="858793"/>
                </a:solidFill>
              </a:rPr>
              <a:t>travel 복사본 1개 제외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224028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94360" y="2313432"/>
            <a:ext cx="795527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입력 13 유지 12 중복 제외 ['travel']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숙박 규정: ['travel', 'travel-old']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4008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 복사본</a:t>
            </a:r>
            <a:r>
              <a:rPr sz="1200" b="0">
                <a:solidFill>
                  <a:srgbClr val="858793"/>
                </a:solidFill>
              </a:rPr>
              <a:t>  v2</a:t>
            </a:r>
          </a:p>
          <a:p>
            <a:pPr algn="l"/>
            <a:r>
              <a:rPr sz="1050" b="0">
                <a:solidFill>
                  <a:srgbClr val="141617"/>
                </a:solidFill>
              </a:rPr>
              <a:t>버전 · 범주 · 본문 모두 같음 → 제외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846320" y="297180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travel-old</a:t>
            </a:r>
            <a:r>
              <a:rPr sz="1200" b="0">
                <a:solidFill>
                  <a:srgbClr val="858793"/>
                </a:solidFill>
              </a:rPr>
              <a:t>  v1</a:t>
            </a:r>
          </a:p>
          <a:p>
            <a:pPr algn="l"/>
            <a:r>
              <a:rPr sz="1050" b="1">
                <a:solidFill>
                  <a:srgbClr val="FB062F"/>
                </a:solidFill>
              </a:rPr>
              <a:t>버전이 달라 다른 키 → 유지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77639"/>
            <a:ext cx="8229600" cy="5943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4087368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구버전은 지우지 않고 status로 검색에서 빼요. 감사 · 비교용으로 원본은 남겨 둬요.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빈 본문 검사와 제외 기록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blank_doc["content"] = " \n\t"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checked, rejected = [], []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doc in documents + [blank_doc]: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if not doc["content"].strip():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rejected.append(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(doc["document_id"], "빈 본문"))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else: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checked.append(doc)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63240"/>
            <a:ext cx="4206240" cy="502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136392"/>
            <a:ext cx="393192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빈 본문 검사: 12 개 유지 [('blank-demo', '빈 본문')]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937760" y="1051560"/>
            <a:ext cx="3749039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47488" y="1051560"/>
            <a:ext cx="3529583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빈 본문은 왜 생기나요?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스캔 PDF(텍스트 계층 없음)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본문 영역을 못 찾은 HTML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2331720"/>
            <a:ext cx="3749039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47488" y="2331720"/>
            <a:ext cx="3529583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그냥 두면?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청크도 비고, 검색 결과에 빈 근거가 올라와요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답변에는 출처만 있고 내용이 없어요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추가 실습 clean_lines(text, footer): 빈 줄과 지정한 꼬리말만 지우고 (남긴 글, 지운 줄)을 함께 반환해요.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출력: 제외한 줄: ['교육용 가상 규정 · 2026-08-01 · 1']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2-3. 지운 줄도 함께 반환하기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clean_lines(text, footer):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kept, removed = [],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줄마다 연속 공백/탭을 정리하세요.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빈 줄 또는 footer와 같은 줄을 removed에 모으세요.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나머지는 줄바꿈으로 연결해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제외한 줄: ['교육용 가상 규정 · 2026-08-01 · 1']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제목 줄과 본문 3줄은 줄바꿈 그대로 유지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12만원 · 예약 전에 · 정산되지 않습니다 문장 보존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2-3 정제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2-3. 지운 줄도 함께 반환하기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clean_lines(text, footer):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kept, removed = [],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line in text.splitlines():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# TODO: 줄마다 연속 공백/탭을 정리하세요.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value = re.sub(____, " ", line).strip()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# TODO: 빈 줄 또는 footer와 같은 줄을 removed에 모으세요.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if not value or value == ____: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removed.append(line)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else: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kept.append(value)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나머지는 줄바꿈으로 연결해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____.join(kept), removed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제외한 줄: ['교육용 가상 규정 · 2026-08-01 · 1']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제목 줄과 본문 3줄은 줄바꿈 그대로 유지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12만원 · 예약 전에 · 정산되지 않습니다 문장 보존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2-4 표준 JSONL 저장과 데이터 검수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2-4</a:t>
            </a:r>
            <a:r>
              <a:rPr b="1">
                <a:solidFill>
                  <a:srgbClr val="858793"/>
                </a:solidFill>
              </a:rPr>
              <a:t>  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표준 JSONL 저장과 데이터 검수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dict → JSON 문자열 직렬화 → 한 줄에 문서 하나씩 저장 → 다시 읽어 개수 확인 → 줄 번호가 있는 오류 메시지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JSON 배열 vs JSONL: 한 줄 = 문서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3931920" cy="2194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155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documents.json  (배열 하나)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463040"/>
            <a:ext cx="356616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77240" y="1554480"/>
            <a:ext cx="3291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[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{"document_id": "leave", ...},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{"document_id": "leave-old", ...},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...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051560"/>
            <a:ext cx="3931920" cy="2194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937760" y="11155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documents.jsonl  (12줄)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37760" y="1463040"/>
            <a:ext cx="356616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74920" y="1554480"/>
            <a:ext cx="329184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{"document_id": "leave", ...}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{"document_id": "leave-old", ...}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{"document_id": "incident", ...}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... (한 줄에 객체 하나)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34747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66928" y="3474720"/>
            <a:ext cx="238658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이어 쓰기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새 문서를 마지막 줄에 추가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46120" y="34747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355848" y="3474720"/>
            <a:ext cx="238658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나눠 읽기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큰 파일도 한 줄씩 처리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35040" y="347472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144768" y="3474720"/>
            <a:ext cx="2386584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41617"/>
                </a:solidFill>
              </a:rPr>
              <a:t>오류 위치</a:t>
            </a:r>
          </a:p>
          <a:p>
            <a:pPr algn="ctr"/>
            <a:r>
              <a:rPr sz="1050" b="0">
                <a:solidFill>
                  <a:srgbClr val="858793"/>
                </a:solidFill>
              </a:rPr>
              <a:t>몇 번째 줄이 깨졌는지 바로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직렬화: ensure_ascii=False로 한국어를 그대로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packed = json.dumps(row, ensure_ascii=False)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057400"/>
            <a:ext cx="8229600" cy="9144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130552"/>
            <a:ext cx="7955279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{"document_id": "travel", "content": "국내 출장 숙박 비용 한도는 1박당 12만원입니다. …",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"metadata": {"title": "출장 숙박 정산", "category": "출장", "status": "current",</a:t>
            </a:r>
          </a:p>
          <a:p>
            <a:pPr algn="l"/>
            <a:r>
              <a:rPr sz="9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  "source_url": "https://example.invalid/rag40/travel", "published_at": "2026-08-01", "version": "v2"}}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51560"/>
            <a:ext cx="4023360" cy="868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46320" y="1051560"/>
            <a:ext cx="3657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</a:rPr>
              <a:t>기본값(ensure_ascii=True)이면</a:t>
            </a:r>
          </a:p>
          <a:p>
            <a:pPr algn="l"/>
            <a:r>
              <a:rPr sz="1100" b="0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"숙박" → "\uc219\ubc15"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154680"/>
            <a:ext cx="402336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3246120"/>
            <a:ext cx="37490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with target.open("w", encoding="utf-8",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newline="\n") as stream: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doc in documents: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stream.write(json.dumps(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doc, ensure_ascii=False) + "\n")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3154680"/>
            <a:ext cx="402336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00600" y="3227832"/>
            <a:ext cx="3749040" cy="1271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저장 문서: 12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leave 연차 사용 규정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leave-old 연차 사용 규정 구버전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incident 보안 사고 대응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본문에 줄바꿈이 있어도 레코드는 한 줄이에요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7043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Python 문자열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5448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국내 출장 … 12만원입니다.⏎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숙박 영수증을 첨부해야 …⏎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한도 초과 숙박은 …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081528" y="21031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3246120" y="10972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383279" y="117043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JSONL 한 줄 (dumps)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79" y="155448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"content": "국내 출장 … 12만원입니다.\n숙박 영수증을 …\n한도 초과 …"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70448" y="21031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35040" y="1097280"/>
            <a:ext cx="2606040" cy="20116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172200" y="1170432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다시 읽은 본문 (loads)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1554480"/>
            <a:ext cx="23317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국내 출장 … 12만원입니다.⏎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숙박 영수증을 첨부해야 …⏎</a:t>
            </a:r>
          </a:p>
          <a:p>
            <a:pPr algn="l"/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한도 초과 숙박은 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337560"/>
            <a:ext cx="822960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40080" y="3447288"/>
            <a:ext cx="78638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41617"/>
                </a:solidFill>
              </a:rPr>
              <a:t>splitlines()로 나눠 읽어도 안전한 이유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실제 줄바꿈은 JSON 문자열 안에서 \n 두 글자로 이스케이프돼요. 그래서 레코드가 여러 줄로 갈라지지 않아요.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json.loads로 읽으면 실제 줄바꿈이 다시 복원돼요.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검수: 오류에는 줄 번호를 붙여요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0972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① 문법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10972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645920" y="10972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json.loads 성공?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3337560" y="1371600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657600" y="10972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JSONDecodeError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178308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17830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② 객체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54480" y="17830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645920" y="17830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dict인가?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337560" y="2057400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657600" y="17830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각 행은 JSON 객체여야 합니다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468880"/>
            <a:ext cx="1005840" cy="548640"/>
          </a:xfrm>
          <a:prstGeom prst="roundRect">
            <a:avLst>
              <a:gd name="adj" fmla="val 10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57200" y="2468880"/>
            <a:ext cx="10058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③ 본문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2468880"/>
            <a:ext cx="1737360" cy="54864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1645920" y="2468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141617"/>
                </a:solidFill>
              </a:rPr>
              <a:t>content가 str인가?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3337560" y="2743200"/>
            <a:ext cx="274320" cy="0"/>
          </a:xfrm>
          <a:prstGeom prst="line">
            <a:avLst/>
          </a:prstGeom>
          <a:ln w="19050">
            <a:solidFill>
              <a:srgbClr val="85879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3657600" y="2468880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858793"/>
                </a:solidFill>
              </a:rPr>
              <a:t>content는 문자열이어야 합니다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0" y="1097280"/>
            <a:ext cx="3200400" cy="1920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623560" y="1188720"/>
            <a:ext cx="29260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except (json.JSONDecodeError,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ValueError) as error: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ValueError(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f"{number}행: {error}"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) from error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24612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94360" y="3319272"/>
            <a:ext cx="795527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2행: content는 문자열이어야 합니다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3행: Expecting value: line 1 column 1 (char 0)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640080" y="4041648"/>
            <a:ext cx="7863840" cy="4571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추가 실습 load_jsonl: enumerate(stream, 1)로 1행부터 세요. 문제 줄을 조용히 버리지 않고 멈춰서 알려요. → 마지막 문서: retention 교육 자료 보관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2-4. 행 단위로 읽는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load_jsonl(path):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[]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UTF-8로 파일을 열고 enumerate(..., 1)로 읽으세요.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inspect_line에 줄과 번호를 넘겨 결과를 모으세요.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문서 목록을 반환하세요.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마지막 문서: retention 교육 자료 보관 (12개)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3행 content를 숫자로 바꾼 복사본 →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  3행: content는 문자열이어야 합니다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2-4 JSONL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2-4. 행 단위로 읽는 함수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빈칸(____)을 채우세요. 각 TODO 바로 아래 코드가 그 TODO의 답이에요.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def load_jsonl(path):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 = []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UTF-8로 파일을 열고 enumerate(..., 1)로 읽으세요.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with Path(path).open(encoding=____) as stream: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for number, line in enumerate(stream, ____):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# TODO: inspect_line에 줄과 번호를 넘겨 결과를 모으세요.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result.append(inspect_line(____, number))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문서 목록을 반환하세요.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return result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ch02\rag_ch02_04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마지막 문서: retention 교육 자료 보관 (12개)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3행 content를 숫자로 바꾼 복사본 →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  3행: content는 문자열이어야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오후 결과물: 원본 파일에서 documents.jsonl까지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로딩 · 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TXT · HTML = 기준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PDF는 줄 정리 필요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Metadata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status로 현행 판단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출처 · 본문 해시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정제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틀 문구 · 중복 · 빈 본문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제외 기록 남기기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2-4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JSONL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한 줄에 문서 하나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줄 번호 오류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다음 3장으로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오전 1-3에서는 80자씩 고정 길이로 잘랐어요. "서면 / 승인"처럼 조건이 두 청크로 갈라졌죠.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정제한 문서를 문장 · 구조 · 토큰 기준으로 어떻게 나눌지, 3장에서 비교해요.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808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r>
              <a:rPr lang="en-US" sz="1200" dirty="0">
                <a:solidFill>
                  <a:srgbClr val="858793"/>
                </a:solidFill>
              </a:rPr>
              <a:t>   Private LLM Course · 1일차 오후 마무리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</p:txBody>
      </p:sp>
      <p:sp>
        <p:nvSpPr>
          <p:cNvPr id="4" name="dlabel-809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실습 확인</a:t>
            </a:r>
            <a:r>
              <a:rPr lang="en-US" sz="1200" dirty="0">
                <a:solidFill>
                  <a:srgbClr val="858793"/>
                </a:solidFill>
              </a:rPr>
              <a:t>   점검할 것</a:t>
            </a:r>
            <a:endParaRPr lang="en-US" sz="1200" dirty="0"/>
          </a:p>
        </p:txBody>
      </p:sp>
      <p:sp>
        <p:nvSpPr>
          <p:cNvPr id="5" name="t-810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ch02\rag_ch02_04\documents.jsonl</a:t>
            </a:r>
            <a:endParaRPr lang="en-US" sz="1500" dirty="0"/>
          </a:p>
        </p:txBody>
      </p:sp>
      <p:sp>
        <p:nvSpPr>
          <p:cNvPr id="6" name="t-811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12줄 생성 · solution.py 마지막 문서 retention</a:t>
            </a:r>
            <a:endParaRPr lang="en-US" sz="950" dirty="0"/>
          </a:p>
        </p:txBody>
      </p:sp>
      <p:sp>
        <p:nvSpPr>
          <p:cNvPr id="7" name="t-812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</a:rPr>
              <a:t>1일차 8개 강의 uv run 완료</a:t>
            </a:r>
            <a:endParaRPr lang="en-US" sz="1500" dirty="0"/>
          </a:p>
        </p:txBody>
      </p:sp>
      <p:sp>
        <p:nvSpPr>
          <p:cNvPr id="8" name="t-813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58793"/>
                </a:solidFill>
              </a:rPr>
              <a:t>막힌 곳은 README의 막힐 때 표 참고</a:t>
            </a:r>
            <a:endParaRPr lang="en-US" sz="950" dirty="0"/>
          </a:p>
        </p:txBody>
      </p:sp>
      <p:pic>
        <p:nvPicPr>
          <p:cNvPr id="9" name="ts-814" descr="/private/tmp/claude-501/-Users-giin-Desktop-work/450004e7-3239-436b-91c3-140d15687ef1/scratchpad/deck/img/teamsparta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5498</Words>
  <Application>Microsoft Macintosh PowerPoint</Application>
  <PresentationFormat>On-screen Show (16:9)</PresentationFormat>
  <Paragraphs>877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Malgun Gothic</vt:lpstr>
      <vt:lpstr>Arial</vt:lpstr>
      <vt:lpstr>Consolas</vt:lpstr>
      <vt:lpstr>KANT Review</vt:lpstr>
      <vt:lpstr>문의 한 건을 읽고, 기준 모델과 비교하기</vt:lpstr>
      <vt:lpstr>16시간 동안 문의 한 건이 답변이 되기까지</vt:lpstr>
      <vt:lpstr>전체 구성: 학습한 분류기를 실제 요청에 연결</vt:lpstr>
      <vt:lpstr>오늘 계속 따라갈 문의 한 건</vt:lpstr>
      <vt:lpstr>실습 환경 준비</vt:lpstr>
      <vt:lpstr>폴더 하나를 통째로 열기: project2-kit</vt:lpstr>
      <vt:lpstr>step 파일과 교안이 이어지는 순서</vt:lpstr>
      <vt:lpstr>명령 세 줄로 환경 준비</vt:lpstr>
      <vt:lpstr>결과 폴더 경로는 설정값으로 조립</vt:lpstr>
      <vt:lpstr>생성 모델은 학습하지 않고 호출만 진행</vt:lpstr>
      <vt:lpstr>막혔을 때 먼저 확인할 곳</vt:lpstr>
      <vt:lpstr>문의 한 건을 파이썬으로 읽기</vt:lpstr>
      <vt:lpstr>한 행은 dict, 여러 행은 list</vt:lpstr>
      <vt:lpstr>read_rows: CSV → 딕셔너리의 리스트</vt:lpstr>
      <vt:lpstr>라벨 순서는 labels.json에서 따로 읽기</vt:lpstr>
      <vt:lpstr>main(): 읽은 값을 출력과 집계에 연결</vt:lpstr>
      <vt:lpstr>return과 print의 차이</vt:lpstr>
      <vt:lpstr>퀴즈 1-1. 자료형과 문자열 길이</vt:lpstr>
      <vt:lpstr>퀴즈 1-2. 함수가 돌려주는 값</vt:lpstr>
      <vt:lpstr>쉬는 시간 10분</vt:lpstr>
      <vt:lpstr>라벨과 학습 데이터를 정리하기</vt:lpstr>
      <vt:lpstr>라벨 = 단어가 아닌, 고객이 해결하려는 일</vt:lpstr>
      <vt:lpstr>나누는 단위는 문장이 아닌 상황</vt:lpstr>
      <vt:lpstr>seen에 쌓고 current와 비교</vt:lpstr>
      <vt:lpstr>집합으로 겹침을 찾는 코드</vt:lpstr>
      <vt:lpstr>id가 달라도 같은 상황일 수 있음</vt:lpstr>
      <vt:lpstr>check_splits: 다섯 관문을 차례로 검사</vt:lpstr>
      <vt:lpstr>검사 통과 = '구조가 맞다'는 뜻</vt:lpstr>
      <vt:lpstr>퀴즈 2-1. 집합으로 겹침 찾기</vt:lpstr>
      <vt:lpstr>퀴즈 2-2. 겹침 검사 함수 완성</vt:lpstr>
      <vt:lpstr>쉬는 시간 10분</vt:lpstr>
      <vt:lpstr>비교할 기준 모델 만들기</vt:lpstr>
      <vt:lpstr>기준 모델부터 만드는 이유</vt:lpstr>
      <vt:lpstr>문장을 문자 조각으로 잘라 숫자로 변환</vt:lpstr>
      <vt:lpstr>Pipeline 안에서 일어나는 일</vt:lpstr>
      <vt:lpstr>train_baseline의 핵심 코드</vt:lpstr>
      <vt:lpstr>fit은 train에서만, validation에는 predict만</vt:lpstr>
      <vt:lpstr>혼동행렬 한 장으로 세 지표 읽기</vt:lpstr>
      <vt:lpstr>지표를 계산하는 코드</vt:lpstr>
      <vt:lpstr>실제 validation 결과: 36건 모두 정답</vt:lpstr>
      <vt:lpstr>저장한 변환기로 숫자 직접 확인</vt:lpstr>
      <vt:lpstr>오류가 있는 6건으로 지표 계산</vt:lpstr>
      <vt:lpstr>퀴즈 3-1. 혼동행렬 손으로 채우기</vt:lpstr>
      <vt:lpstr>퀴즈 3-2. TF-IDF가 배우는 것</vt:lpstr>
      <vt:lpstr>오전 결과물 = 오후 학습의 입력</vt:lpstr>
      <vt:lpstr>질문과 정리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1일차 오전 · Private LLM Course</dc:title>
  <dc:subject>PptxGenJS Presentation</dc:subject>
  <dc:creator>김기인</dc:creator>
  <cp:lastModifiedBy>기인 김</cp:lastModifiedBy>
  <cp:revision>3</cp:revision>
  <dcterms:created xsi:type="dcterms:W3CDTF">2026-10-05T06:56:38Z</dcterms:created>
  <dcterms:modified xsi:type="dcterms:W3CDTF">2026-10-05T14:47:50Z</dcterms:modified>
</cp:coreProperties>
</file>